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4"/>
  </p:notesMasterIdLst>
  <p:handoutMasterIdLst>
    <p:handoutMasterId r:id="rId35"/>
  </p:handoutMasterIdLst>
  <p:sldIdLst>
    <p:sldId id="257" r:id="rId5"/>
    <p:sldId id="341" r:id="rId6"/>
    <p:sldId id="342" r:id="rId7"/>
    <p:sldId id="343" r:id="rId8"/>
    <p:sldId id="345" r:id="rId9"/>
    <p:sldId id="344" r:id="rId10"/>
    <p:sldId id="348" r:id="rId11"/>
    <p:sldId id="349" r:id="rId12"/>
    <p:sldId id="350" r:id="rId13"/>
    <p:sldId id="351" r:id="rId14"/>
    <p:sldId id="352" r:id="rId15"/>
    <p:sldId id="353" r:id="rId16"/>
    <p:sldId id="354" r:id="rId17"/>
    <p:sldId id="355" r:id="rId18"/>
    <p:sldId id="356" r:id="rId19"/>
    <p:sldId id="357" r:id="rId20"/>
    <p:sldId id="358" r:id="rId21"/>
    <p:sldId id="359" r:id="rId22"/>
    <p:sldId id="360" r:id="rId23"/>
    <p:sldId id="361" r:id="rId24"/>
    <p:sldId id="362" r:id="rId25"/>
    <p:sldId id="363" r:id="rId26"/>
    <p:sldId id="365" r:id="rId27"/>
    <p:sldId id="370" r:id="rId28"/>
    <p:sldId id="367" r:id="rId29"/>
    <p:sldId id="368" r:id="rId30"/>
    <p:sldId id="366" r:id="rId31"/>
    <p:sldId id="369" r:id="rId32"/>
    <p:sldId id="34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816" userDrawn="1">
          <p15:clr>
            <a:srgbClr val="A4A3A4"/>
          </p15:clr>
        </p15:guide>
        <p15:guide id="2" orient="horz" pos="38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240" autoAdjust="0"/>
  </p:normalViewPr>
  <p:slideViewPr>
    <p:cSldViewPr snapToGrid="0">
      <p:cViewPr varScale="1">
        <p:scale>
          <a:sx n="62" d="100"/>
          <a:sy n="62" d="100"/>
        </p:scale>
        <p:origin x="828" y="44"/>
      </p:cViewPr>
      <p:guideLst>
        <p:guide pos="816"/>
        <p:guide orient="horz" pos="384"/>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1" d="100"/>
          <a:sy n="81" d="100"/>
        </p:scale>
        <p:origin x="2816"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yuthi Cheruvu" userId="4fc835d96d1694ec" providerId="LiveId" clId="{FFB5AB09-9BE4-4792-8594-62386CF7BBD4}"/>
    <pc:docChg chg="custSel modSld">
      <pc:chgData name="Dhyuthi Cheruvu" userId="4fc835d96d1694ec" providerId="LiveId" clId="{FFB5AB09-9BE4-4792-8594-62386CF7BBD4}" dt="2025-04-27T01:21:30.718" v="16" actId="14100"/>
      <pc:docMkLst>
        <pc:docMk/>
      </pc:docMkLst>
      <pc:sldChg chg="addSp delSp modSp mod">
        <pc:chgData name="Dhyuthi Cheruvu" userId="4fc835d96d1694ec" providerId="LiveId" clId="{FFB5AB09-9BE4-4792-8594-62386CF7BBD4}" dt="2025-04-27T01:21:30.718" v="16" actId="14100"/>
        <pc:sldMkLst>
          <pc:docMk/>
          <pc:sldMk cId="4168800956" sldId="366"/>
        </pc:sldMkLst>
        <pc:picChg chg="add mod modCrop">
          <ac:chgData name="Dhyuthi Cheruvu" userId="4fc835d96d1694ec" providerId="LiveId" clId="{FFB5AB09-9BE4-4792-8594-62386CF7BBD4}" dt="2025-04-27T01:21:20.280" v="14" actId="1076"/>
          <ac:picMkLst>
            <pc:docMk/>
            <pc:sldMk cId="4168800956" sldId="366"/>
            <ac:picMk id="4" creationId="{0F6EC586-E195-1682-48C6-520FDF7D0ADA}"/>
          </ac:picMkLst>
        </pc:picChg>
        <pc:picChg chg="del">
          <ac:chgData name="Dhyuthi Cheruvu" userId="4fc835d96d1694ec" providerId="LiveId" clId="{FFB5AB09-9BE4-4792-8594-62386CF7BBD4}" dt="2025-04-27T01:20:21.068" v="0" actId="478"/>
          <ac:picMkLst>
            <pc:docMk/>
            <pc:sldMk cId="4168800956" sldId="366"/>
            <ac:picMk id="5" creationId="{A91E322C-5F28-3AF6-5D09-CFADB968F283}"/>
          </ac:picMkLst>
        </pc:picChg>
        <pc:picChg chg="add mod">
          <ac:chgData name="Dhyuthi Cheruvu" userId="4fc835d96d1694ec" providerId="LiveId" clId="{FFB5AB09-9BE4-4792-8594-62386CF7BBD4}" dt="2025-04-27T01:21:30.718" v="16" actId="14100"/>
          <ac:picMkLst>
            <pc:docMk/>
            <pc:sldMk cId="4168800956" sldId="366"/>
            <ac:picMk id="7" creationId="{C847C5A7-8DE9-77A2-9112-0C2C8E4F497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A57456-157A-C12A-2FEC-91B7B9EE49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D46761-828E-1508-56BD-BAEADF3486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F95820-84BB-3447-8286-60A51307E7F2}" type="datetimeFigureOut">
              <a:rPr lang="en-US" smtClean="0"/>
              <a:t>4/26/2025</a:t>
            </a:fld>
            <a:endParaRPr lang="en-US" dirty="0"/>
          </a:p>
        </p:txBody>
      </p:sp>
      <p:sp>
        <p:nvSpPr>
          <p:cNvPr id="4" name="Footer Placeholder 3">
            <a:extLst>
              <a:ext uri="{FF2B5EF4-FFF2-40B4-BE49-F238E27FC236}">
                <a16:creationId xmlns:a16="http://schemas.microsoft.com/office/drawing/2014/main" id="{CD428A7E-6B0E-809C-73D1-4B5E2FF471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89A5AA6-0C5B-430A-E0C4-C90B2F0A1C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E476440-F66F-F947-8EFC-EA5202ACFD25}" type="slidenum">
              <a:rPr lang="en-US" smtClean="0"/>
              <a:t>‹#›</a:t>
            </a:fld>
            <a:endParaRPr lang="en-US" dirty="0"/>
          </a:p>
        </p:txBody>
      </p:sp>
    </p:spTree>
    <p:extLst>
      <p:ext uri="{BB962C8B-B14F-4D97-AF65-F5344CB8AC3E}">
        <p14:creationId xmlns:p14="http://schemas.microsoft.com/office/powerpoint/2010/main" val="23371176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8FC54-6AE4-6A4A-9756-823A0F1BE5A6}" type="datetimeFigureOut">
              <a:rPr lang="en-US" smtClean="0"/>
              <a:t>4/26/2025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79E9EB-07EB-9D44-9F5A-AB1FBECCDD88}" type="slidenum">
              <a:rPr lang="en-US" smtClean="0"/>
              <a:t>‹#›</a:t>
            </a:fld>
            <a:endParaRPr lang="en-US" dirty="0"/>
          </a:p>
        </p:txBody>
      </p:sp>
    </p:spTree>
    <p:extLst>
      <p:ext uri="{BB962C8B-B14F-4D97-AF65-F5344CB8AC3E}">
        <p14:creationId xmlns:p14="http://schemas.microsoft.com/office/powerpoint/2010/main" val="154675874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619526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76609C33-D605-6146-1378-F67C572F05C1}"/>
              </a:ext>
            </a:extLst>
          </p:cNvPr>
          <p:cNvSpPr/>
          <p:nvPr userDrawn="1"/>
        </p:nvSpPr>
        <p:spPr>
          <a:xfrm>
            <a:off x="0" y="0"/>
            <a:ext cx="12192000" cy="6858000"/>
          </a:xfrm>
          <a:custGeom>
            <a:avLst/>
            <a:gdLst>
              <a:gd name="connsiteX0" fmla="*/ 304800 w 12192000"/>
              <a:gd name="connsiteY0" fmla="*/ 266701 h 6858000"/>
              <a:gd name="connsiteX1" fmla="*/ 304800 w 12192000"/>
              <a:gd name="connsiteY1" fmla="*/ 6591300 h 6858000"/>
              <a:gd name="connsiteX2" fmla="*/ 11887200 w 12192000"/>
              <a:gd name="connsiteY2" fmla="*/ 6591300 h 6858000"/>
              <a:gd name="connsiteX3" fmla="*/ 11887200 w 12192000"/>
              <a:gd name="connsiteY3" fmla="*/ 266701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304800" y="266701"/>
                </a:moveTo>
                <a:lnTo>
                  <a:pt x="304800" y="6591300"/>
                </a:lnTo>
                <a:lnTo>
                  <a:pt x="11887200" y="6591300"/>
                </a:lnTo>
                <a:lnTo>
                  <a:pt x="11887200" y="266701"/>
                </a:lnTo>
                <a:close/>
                <a:moveTo>
                  <a:pt x="0" y="0"/>
                </a:moveTo>
                <a:lnTo>
                  <a:pt x="12192000" y="0"/>
                </a:lnTo>
                <a:lnTo>
                  <a:pt x="1219200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Title 8">
            <a:extLst>
              <a:ext uri="{FF2B5EF4-FFF2-40B4-BE49-F238E27FC236}">
                <a16:creationId xmlns:a16="http://schemas.microsoft.com/office/drawing/2014/main" id="{42398E06-9E0E-BC81-DEB5-1DB2F8635C23}"/>
              </a:ext>
            </a:extLst>
          </p:cNvPr>
          <p:cNvSpPr>
            <a:spLocks noGrp="1"/>
          </p:cNvSpPr>
          <p:nvPr>
            <p:ph type="title"/>
          </p:nvPr>
        </p:nvSpPr>
        <p:spPr>
          <a:xfrm>
            <a:off x="838200" y="1417320"/>
            <a:ext cx="10515600" cy="4023360"/>
          </a:xfrm>
        </p:spPr>
        <p:txBody>
          <a:bodyPr anchor="ctr"/>
          <a:lstStyle>
            <a:lvl1pPr algn="ctr">
              <a:defRPr sz="5400" spc="3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524000" y="6044184"/>
            <a:ext cx="9144000" cy="356616"/>
          </a:xfrm>
        </p:spPr>
        <p:txBody>
          <a:bodyPr/>
          <a:lstStyle>
            <a:lvl1pPr marL="0" indent="0" algn="ct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Rectangle 13">
            <a:extLst>
              <a:ext uri="{FF2B5EF4-FFF2-40B4-BE49-F238E27FC236}">
                <a16:creationId xmlns:a16="http://schemas.microsoft.com/office/drawing/2014/main" id="{6DDC5B68-548C-395D-B9A9-EA694F6CB59F}"/>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90691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F738F023-8BDF-71DB-D6AB-776F7C6413B2}"/>
              </a:ext>
            </a:extLst>
          </p:cNvPr>
          <p:cNvSpPr/>
          <p:nvPr userDrawn="1"/>
        </p:nvSpPr>
        <p:spPr>
          <a:xfrm>
            <a:off x="8610600" y="0"/>
            <a:ext cx="3581400" cy="6858000"/>
          </a:xfrm>
          <a:custGeom>
            <a:avLst/>
            <a:gdLst>
              <a:gd name="connsiteX0" fmla="*/ 0 w 3581400"/>
              <a:gd name="connsiteY0" fmla="*/ 0 h 6858000"/>
              <a:gd name="connsiteX1" fmla="*/ 3581400 w 3581400"/>
              <a:gd name="connsiteY1" fmla="*/ 0 h 6858000"/>
              <a:gd name="connsiteX2" fmla="*/ 3581400 w 3581400"/>
              <a:gd name="connsiteY2" fmla="*/ 6858000 h 6858000"/>
              <a:gd name="connsiteX3" fmla="*/ 0 w 3581400"/>
              <a:gd name="connsiteY3" fmla="*/ 6858000 h 6858000"/>
              <a:gd name="connsiteX4" fmla="*/ 0 w 3581400"/>
              <a:gd name="connsiteY4" fmla="*/ 6172201 h 6858000"/>
              <a:gd name="connsiteX5" fmla="*/ 2971800 w 3581400"/>
              <a:gd name="connsiteY5" fmla="*/ 6172201 h 6858000"/>
              <a:gd name="connsiteX6" fmla="*/ 2971800 w 3581400"/>
              <a:gd name="connsiteY6" fmla="*/ 685800 h 6858000"/>
              <a:gd name="connsiteX7" fmla="*/ 0 w 3581400"/>
              <a:gd name="connsiteY7" fmla="*/ 685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1400" h="6858000">
                <a:moveTo>
                  <a:pt x="0" y="0"/>
                </a:moveTo>
                <a:lnTo>
                  <a:pt x="3581400" y="0"/>
                </a:lnTo>
                <a:lnTo>
                  <a:pt x="3581400" y="6858000"/>
                </a:lnTo>
                <a:lnTo>
                  <a:pt x="0" y="6858000"/>
                </a:lnTo>
                <a:lnTo>
                  <a:pt x="0" y="6172201"/>
                </a:lnTo>
                <a:lnTo>
                  <a:pt x="2971800" y="6172201"/>
                </a:lnTo>
                <a:lnTo>
                  <a:pt x="2971800" y="685800"/>
                </a:lnTo>
                <a:lnTo>
                  <a:pt x="0" y="6858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280160" y="1097280"/>
            <a:ext cx="4114800" cy="2286000"/>
          </a:xfrm>
        </p:spPr>
        <p:txBody>
          <a:bodyPr/>
          <a:lstStyle>
            <a:lvl1pPr>
              <a:defRPr sz="3200"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280160" y="3566160"/>
            <a:ext cx="4114800" cy="2651760"/>
          </a:xfrm>
        </p:spPr>
        <p:txBody>
          <a:bodyPr>
            <a:normAutofit/>
          </a:bodyPr>
          <a:lstStyle>
            <a:lvl1pPr marL="457200" indent="-457200">
              <a:lnSpc>
                <a:spcPct val="100000"/>
              </a:lnSpc>
              <a:spcBef>
                <a:spcPts val="1400"/>
              </a:spcBef>
              <a:buClr>
                <a:schemeClr val="accent1"/>
              </a:buClr>
              <a:buFont typeface="Courier New" panose="02070309020205020404" pitchFamily="49" charset="0"/>
              <a:buChar char="o"/>
              <a:defRPr sz="2400" cap="all" spc="0" baseline="0"/>
            </a:lvl1pPr>
            <a:lvl2pPr marL="914400">
              <a:defRPr spc="0" baseline="0"/>
            </a:lvl2pPr>
            <a:lvl3pPr marL="1371600">
              <a:defRPr spc="0" baseline="0"/>
            </a:lvl3pPr>
            <a:lvl4pPr marL="1828800">
              <a:defRPr spc="0" baseline="0"/>
            </a:lvl4pPr>
            <a:lvl5pPr marL="2286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5687568" y="1435608"/>
            <a:ext cx="5897880" cy="3977640"/>
          </a:xfrm>
          <a:noFill/>
        </p:spPr>
        <p:txBody>
          <a:bodyPr anchor="ctr"/>
          <a:lstStyle>
            <a:lvl1pPr marL="0" indent="0" algn="ctr">
              <a:buNone/>
              <a:defRPr/>
            </a:lvl1pPr>
          </a:lstStyle>
          <a:p>
            <a:r>
              <a:rPr lang="en-US"/>
              <a:t>Click icon to add picture</a:t>
            </a:r>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cxnSp>
        <p:nvCxnSpPr>
          <p:cNvPr id="13" name="Straight Connector 12">
            <a:extLst>
              <a:ext uri="{FF2B5EF4-FFF2-40B4-BE49-F238E27FC236}">
                <a16:creationId xmlns:a16="http://schemas.microsoft.com/office/drawing/2014/main" id="{323EB7E3-3953-BAB4-1B15-383082C6C31E}"/>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816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841248" y="2697480"/>
            <a:ext cx="10515600" cy="2606040"/>
          </a:xfrm>
        </p:spPr>
        <p:txBody>
          <a:bodyPr anchor="ctr">
            <a:normAutofit/>
          </a:bodyPr>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841248" y="6044184"/>
            <a:ext cx="10515600" cy="457200"/>
          </a:xfrm>
        </p:spPr>
        <p:txBody>
          <a:bodyPr>
            <a:norm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0" y="0"/>
            <a:ext cx="12188952" cy="2368296"/>
          </a:xfrm>
        </p:spPr>
        <p:txBody>
          <a:bodyPr/>
          <a:lstStyle>
            <a:lvl1pPr marL="0" indent="0">
              <a:buNone/>
              <a:defRPr/>
            </a:lvl1pPr>
          </a:lstStyle>
          <a:p>
            <a:r>
              <a:rPr lang="en-US"/>
              <a:t>Click icon to add picture</a:t>
            </a:r>
            <a:endParaRPr lang="en-US" dirty="0"/>
          </a:p>
        </p:txBody>
      </p:sp>
      <p:sp>
        <p:nvSpPr>
          <p:cNvPr id="12" name="Rectangle 11">
            <a:extLst>
              <a:ext uri="{FF2B5EF4-FFF2-40B4-BE49-F238E27FC236}">
                <a16:creationId xmlns:a16="http://schemas.microsoft.com/office/drawing/2014/main" id="{103AD4F0-8C4C-FC68-2450-06419A6D0131}"/>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2159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A510974D-B222-2876-052D-21F0E075D288}"/>
              </a:ext>
            </a:extLst>
          </p:cNvPr>
          <p:cNvSpPr/>
          <p:nvPr userDrawn="1"/>
        </p:nvSpPr>
        <p:spPr>
          <a:xfrm>
            <a:off x="0" y="0"/>
            <a:ext cx="12192000" cy="4457700"/>
          </a:xfrm>
          <a:custGeom>
            <a:avLst/>
            <a:gdLst>
              <a:gd name="connsiteX0" fmla="*/ 0 w 12192000"/>
              <a:gd name="connsiteY0" fmla="*/ 0 h 4457700"/>
              <a:gd name="connsiteX1" fmla="*/ 12192000 w 12192000"/>
              <a:gd name="connsiteY1" fmla="*/ 0 h 4457700"/>
              <a:gd name="connsiteX2" fmla="*/ 12192000 w 12192000"/>
              <a:gd name="connsiteY2" fmla="*/ 4457700 h 4457700"/>
              <a:gd name="connsiteX3" fmla="*/ 11563350 w 12192000"/>
              <a:gd name="connsiteY3" fmla="*/ 4457700 h 4457700"/>
              <a:gd name="connsiteX4" fmla="*/ 11563350 w 12192000"/>
              <a:gd name="connsiteY4" fmla="*/ 685800 h 4457700"/>
              <a:gd name="connsiteX5" fmla="*/ 628650 w 12192000"/>
              <a:gd name="connsiteY5" fmla="*/ 685800 h 4457700"/>
              <a:gd name="connsiteX6" fmla="*/ 628650 w 12192000"/>
              <a:gd name="connsiteY6" fmla="*/ 4457700 h 4457700"/>
              <a:gd name="connsiteX7" fmla="*/ 0 w 12192000"/>
              <a:gd name="connsiteY7" fmla="*/ 445770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457700">
                <a:moveTo>
                  <a:pt x="0" y="0"/>
                </a:moveTo>
                <a:lnTo>
                  <a:pt x="12192000" y="0"/>
                </a:lnTo>
                <a:lnTo>
                  <a:pt x="12192000" y="4457700"/>
                </a:lnTo>
                <a:lnTo>
                  <a:pt x="11563350" y="4457700"/>
                </a:lnTo>
                <a:lnTo>
                  <a:pt x="11563350" y="685800"/>
                </a:lnTo>
                <a:lnTo>
                  <a:pt x="628650" y="685800"/>
                </a:lnTo>
                <a:lnTo>
                  <a:pt x="628650" y="4457700"/>
                </a:lnTo>
                <a:lnTo>
                  <a:pt x="0" y="44577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978408" y="1143000"/>
            <a:ext cx="10241280" cy="22860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2075688" y="3803904"/>
            <a:ext cx="8046720" cy="9144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Rectangle 15">
            <a:extLst>
              <a:ext uri="{FF2B5EF4-FFF2-40B4-BE49-F238E27FC236}">
                <a16:creationId xmlns:a16="http://schemas.microsoft.com/office/drawing/2014/main" id="{8A1A471A-8A28-B00F-72E9-849D5E6B7257}"/>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3528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3BB82FF-5339-5456-4D30-0C2DA7907AAE}"/>
              </a:ext>
            </a:extLst>
          </p:cNvPr>
          <p:cNvSpPr/>
          <p:nvPr userDrawn="1"/>
        </p:nvSpPr>
        <p:spPr>
          <a:xfrm>
            <a:off x="0" y="0"/>
            <a:ext cx="356616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5340096" y="1097280"/>
            <a:ext cx="6217920" cy="1828800"/>
          </a:xfrm>
        </p:spPr>
        <p:txBody>
          <a:bodyPr/>
          <a:lstStyle>
            <a:lvl1pPr>
              <a:defRPr sz="3200" spc="3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2C39A257-2366-FF6B-67AD-9342B6B0B682}"/>
              </a:ext>
            </a:extLst>
          </p:cNvPr>
          <p:cNvSpPr>
            <a:spLocks noGrp="1"/>
          </p:cNvSpPr>
          <p:nvPr>
            <p:ph type="pic" sz="quarter" idx="13"/>
          </p:nvPr>
        </p:nvSpPr>
        <p:spPr>
          <a:xfrm>
            <a:off x="1298448" y="1828800"/>
            <a:ext cx="3200400" cy="3200400"/>
          </a:xfrm>
          <a:prstGeom prst="ellipse">
            <a:avLst/>
          </a:prstGeom>
        </p:spPr>
        <p:txBody>
          <a:bodyPr/>
          <a:lstStyle>
            <a:lvl1pPr marL="0" indent="0">
              <a:buNone/>
              <a:defRPr/>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5340096" y="3429000"/>
            <a:ext cx="6217920" cy="2743200"/>
          </a:xfrm>
        </p:spPr>
        <p:txBody>
          <a:bodyPr>
            <a:normAutofit/>
          </a:bodyPr>
          <a:lstStyle>
            <a:lvl1pPr marL="457200">
              <a:spcBef>
                <a:spcPts val="1400"/>
              </a:spcBef>
              <a:buSzPct val="80000"/>
              <a:defRPr cap="all" spc="0" baseline="0"/>
            </a:lvl1pPr>
            <a:lvl2pPr marL="914400">
              <a:buSzPct val="80000"/>
              <a:defRPr spc="0" baseline="0"/>
            </a:lvl2pPr>
            <a:lvl3pPr marL="1371600">
              <a:buSzPct val="80000"/>
              <a:defRPr spc="0" baseline="0"/>
            </a:lvl3pPr>
            <a:lvl4pPr marL="1828800">
              <a:buSzPct val="80000"/>
              <a:defRPr spc="0" baseline="0"/>
            </a:lvl4pPr>
            <a:lvl5pPr marL="2286000">
              <a:buSzPct val="80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cxnSp>
        <p:nvCxnSpPr>
          <p:cNvPr id="5" name="Straight Connector 4">
            <a:extLst>
              <a:ext uri="{FF2B5EF4-FFF2-40B4-BE49-F238E27FC236}">
                <a16:creationId xmlns:a16="http://schemas.microsoft.com/office/drawing/2014/main" id="{ADA4A755-28B6-5A01-94AB-C3CCC4368885}"/>
              </a:ext>
            </a:extLst>
          </p:cNvPr>
          <p:cNvCxnSpPr>
            <a:cxnSpLocks/>
          </p:cNvCxnSpPr>
          <p:nvPr userDrawn="1"/>
        </p:nvCxnSpPr>
        <p:spPr>
          <a:xfrm>
            <a:off x="5340096"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1339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1524000" y="1481328"/>
            <a:ext cx="9144000" cy="3895344"/>
          </a:xfrm>
          <a:solidFill>
            <a:schemeClr val="bg1"/>
          </a:solidFill>
        </p:spPr>
        <p:txBody>
          <a:bodyPr/>
          <a:lstStyle>
            <a:lvl1pPr marL="0" indent="0">
              <a:buNone/>
              <a:defRPr/>
            </a:lvl1pPr>
          </a:lstStyle>
          <a:p>
            <a:r>
              <a:rPr lang="en-US"/>
              <a:t>Click icon to add picture</a:t>
            </a:r>
            <a:endParaRPr lang="en-US" dirty="0"/>
          </a:p>
        </p:txBody>
      </p:sp>
      <p:sp>
        <p:nvSpPr>
          <p:cNvPr id="11" name="Title 1">
            <a:extLst>
              <a:ext uri="{FF2B5EF4-FFF2-40B4-BE49-F238E27FC236}">
                <a16:creationId xmlns:a16="http://schemas.microsoft.com/office/drawing/2014/main" id="{076C4EAC-BBDE-1963-BD72-3BD2A47DC59C}"/>
              </a:ext>
            </a:extLst>
          </p:cNvPr>
          <p:cNvSpPr>
            <a:spLocks noGrp="1"/>
          </p:cNvSpPr>
          <p:nvPr>
            <p:ph type="ctrTitle"/>
          </p:nvPr>
        </p:nvSpPr>
        <p:spPr>
          <a:xfrm>
            <a:off x="1984248" y="1920240"/>
            <a:ext cx="8229600" cy="3017520"/>
          </a:xfrm>
        </p:spPr>
        <p:txBody>
          <a:bodyPr anchor="ctr"/>
          <a:lstStyle>
            <a:lvl1pPr algn="ctr">
              <a:defRPr sz="5400"/>
            </a:lvl1pPr>
          </a:lstStyle>
          <a:p>
            <a:r>
              <a:rPr lang="en-US"/>
              <a:t>Click to edit Master title style</a:t>
            </a:r>
            <a:endParaRPr lang="en-US" dirty="0"/>
          </a:p>
        </p:txBody>
      </p:sp>
    </p:spTree>
    <p:extLst>
      <p:ext uri="{BB962C8B-B14F-4D97-AF65-F5344CB8AC3E}">
        <p14:creationId xmlns:p14="http://schemas.microsoft.com/office/powerpoint/2010/main" val="2415483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CBCF04C-49F6-66E8-41A0-B3C371944EA1}"/>
              </a:ext>
            </a:extLst>
          </p:cNvPr>
          <p:cNvSpPr/>
          <p:nvPr userDrawn="1"/>
        </p:nvSpPr>
        <p:spPr>
          <a:xfrm>
            <a:off x="6705600" y="0"/>
            <a:ext cx="5486400" cy="6858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3931920"/>
            <a:ext cx="5029200" cy="1828800"/>
          </a:xfrm>
        </p:spPr>
        <p:txBody>
          <a:bodyPr anchor="b" anchorCtr="0"/>
          <a:lstStyle>
            <a:lvl1pPr>
              <a:defRPr sz="3200"/>
            </a:lvl1pPr>
          </a:lstStyle>
          <a:p>
            <a:r>
              <a:rPr lang="en-US"/>
              <a:t>Click to edit Master title style</a:t>
            </a:r>
            <a:endParaRPr lang="en-US" dirty="0"/>
          </a:p>
        </p:txBody>
      </p:sp>
      <p:sp>
        <p:nvSpPr>
          <p:cNvPr id="9" name="Picture Placeholder 7">
            <a:extLst>
              <a:ext uri="{FF2B5EF4-FFF2-40B4-BE49-F238E27FC236}">
                <a16:creationId xmlns:a16="http://schemas.microsoft.com/office/drawing/2014/main" id="{DDE351D0-FB9C-3473-AF28-52927741728E}"/>
              </a:ext>
            </a:extLst>
          </p:cNvPr>
          <p:cNvSpPr>
            <a:spLocks noGrp="1"/>
          </p:cNvSpPr>
          <p:nvPr>
            <p:ph type="pic" sz="quarter" idx="14"/>
          </p:nvPr>
        </p:nvSpPr>
        <p:spPr>
          <a:xfrm>
            <a:off x="1280160" y="548640"/>
            <a:ext cx="3017520" cy="3017520"/>
          </a:xfrm>
          <a:prstGeom prst="ellipse">
            <a:avLst/>
          </a:prstGeom>
        </p:spPr>
        <p:txBody>
          <a:bodyPr/>
          <a:lstStyle>
            <a:lvl1pPr marL="0" indent="0">
              <a:buNone/>
              <a:defRPr/>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7205472" y="731520"/>
            <a:ext cx="4306824" cy="5394960"/>
          </a:xfrm>
        </p:spPr>
        <p:txBody>
          <a:bodyPr anchor="b">
            <a:normAutofit/>
          </a:bodyPr>
          <a:lstStyle>
            <a:lvl1pPr marL="457200">
              <a:spcBef>
                <a:spcPts val="1400"/>
              </a:spcBef>
              <a:buClr>
                <a:schemeClr val="tx1"/>
              </a:buClr>
              <a:buSzPct val="80000"/>
              <a:defRPr cap="all" baseline="0"/>
            </a:lvl1pPr>
            <a:lvl2pPr marL="914400">
              <a:buClr>
                <a:schemeClr val="tx1"/>
              </a:buClr>
              <a:buSzPct val="80000"/>
              <a:defRPr/>
            </a:lvl2pPr>
            <a:lvl3pPr marL="1371600">
              <a:buClr>
                <a:schemeClr val="tx1"/>
              </a:buClr>
              <a:buSzPct val="80000"/>
              <a:defRPr/>
            </a:lvl3pPr>
            <a:lvl4pPr marL="1828800">
              <a:buClr>
                <a:schemeClr val="tx1"/>
              </a:buClr>
              <a:buSzPct val="80000"/>
              <a:defRPr/>
            </a:lvl4pPr>
            <a:lvl5pPr marL="2286000">
              <a:buClr>
                <a:schemeClr val="tx1"/>
              </a:buClr>
              <a:buSzPct val="8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10" name="Straight Connector 9">
            <a:extLst>
              <a:ext uri="{FF2B5EF4-FFF2-40B4-BE49-F238E27FC236}">
                <a16:creationId xmlns:a16="http://schemas.microsoft.com/office/drawing/2014/main" id="{C1171EC5-29BE-C106-1E9B-0CBDB598A131}"/>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6214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light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1097280"/>
            <a:ext cx="9821955" cy="9144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280160" y="2377440"/>
            <a:ext cx="4663440" cy="3566160"/>
          </a:xfrm>
          <a:solidFill>
            <a:schemeClr val="accent1">
              <a:lumMod val="20000"/>
              <a:lumOff val="80000"/>
            </a:schemeClr>
          </a:solidFill>
        </p:spPr>
        <p:txBody>
          <a:bodyPr lIns="365760" tIns="365760" rIns="365760" bIns="365760">
            <a:normAutofit/>
          </a:bodyPr>
          <a:lstStyle>
            <a:lvl1pPr marL="457200">
              <a:lnSpc>
                <a:spcPct val="90000"/>
              </a:lnSpc>
              <a:spcBef>
                <a:spcPts val="1400"/>
              </a:spcBef>
              <a:buClr>
                <a:schemeClr val="tx1"/>
              </a:buClr>
              <a:buSzPct val="80000"/>
              <a:defRPr sz="1800"/>
            </a:lvl1pPr>
            <a:lvl2pPr marL="914400">
              <a:lnSpc>
                <a:spcPct val="90000"/>
              </a:lnSpc>
              <a:buClr>
                <a:schemeClr val="tx1"/>
              </a:buClr>
              <a:buSzPct val="80000"/>
              <a:defRPr sz="1600"/>
            </a:lvl2pPr>
            <a:lvl3pPr marL="1371600">
              <a:lnSpc>
                <a:spcPct val="90000"/>
              </a:lnSpc>
              <a:buClr>
                <a:schemeClr val="tx1"/>
              </a:buClr>
              <a:buSzPct val="80000"/>
              <a:defRPr sz="1400"/>
            </a:lvl3pPr>
            <a:lvl4pPr marL="1828800">
              <a:lnSpc>
                <a:spcPct val="90000"/>
              </a:lnSpc>
              <a:buClr>
                <a:schemeClr val="tx1"/>
              </a:buClr>
              <a:buSzPct val="80000"/>
              <a:defRPr sz="1200"/>
            </a:lvl4pPr>
            <a:lvl5pPr marL="2286000">
              <a:lnSpc>
                <a:spcPct val="90000"/>
              </a:lnSpc>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6309360" y="2377440"/>
            <a:ext cx="4663440" cy="3566160"/>
          </a:xfrm>
          <a:solidFill>
            <a:schemeClr val="accent1">
              <a:lumMod val="20000"/>
              <a:lumOff val="80000"/>
            </a:schemeClr>
          </a:solidFill>
        </p:spPr>
        <p:txBody>
          <a:bodyPr lIns="365760" tIns="365760" rIns="365760" bIns="365760">
            <a:normAutofit/>
          </a:bodyPr>
          <a:lstStyle>
            <a:lvl1pPr marL="457200">
              <a:lnSpc>
                <a:spcPct val="90000"/>
              </a:lnSpc>
              <a:spcBef>
                <a:spcPts val="1400"/>
              </a:spcBef>
              <a:buClr>
                <a:schemeClr val="tx1"/>
              </a:buClr>
              <a:buSzPct val="80000"/>
              <a:defRPr sz="1800"/>
            </a:lvl1pPr>
            <a:lvl2pPr marL="914400">
              <a:lnSpc>
                <a:spcPct val="90000"/>
              </a:lnSpc>
              <a:buClr>
                <a:schemeClr val="tx1"/>
              </a:buClr>
              <a:buSzPct val="80000"/>
              <a:defRPr sz="1600"/>
            </a:lvl2pPr>
            <a:lvl3pPr marL="1371600">
              <a:lnSpc>
                <a:spcPct val="90000"/>
              </a:lnSpc>
              <a:buClr>
                <a:schemeClr val="tx1"/>
              </a:buClr>
              <a:buSzPct val="80000"/>
              <a:defRPr sz="1400"/>
            </a:lvl3pPr>
            <a:lvl4pPr marL="1828800">
              <a:lnSpc>
                <a:spcPct val="90000"/>
              </a:lnSpc>
              <a:buClr>
                <a:schemeClr val="tx1"/>
              </a:buClr>
              <a:buSzPct val="80000"/>
              <a:defRPr sz="1200"/>
            </a:lvl4pPr>
            <a:lvl5pPr marL="2286000">
              <a:lnSpc>
                <a:spcPct val="90000"/>
              </a:lnSpc>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8" name="Straight Connector 7">
            <a:extLst>
              <a:ext uri="{FF2B5EF4-FFF2-40B4-BE49-F238E27FC236}">
                <a16:creationId xmlns:a16="http://schemas.microsoft.com/office/drawing/2014/main" id="{941554B7-BB36-76F6-DD79-11088AA69E8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108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itle 1">
            <a:extLst>
              <a:ext uri="{FF2B5EF4-FFF2-40B4-BE49-F238E27FC236}">
                <a16:creationId xmlns:a16="http://schemas.microsoft.com/office/drawing/2014/main" id="{89BC2AC2-003C-AACD-1271-F2F8FBE8FD3D}"/>
              </a:ext>
            </a:extLst>
          </p:cNvPr>
          <p:cNvSpPr>
            <a:spLocks noGrp="1"/>
          </p:cNvSpPr>
          <p:nvPr>
            <p:ph type="title"/>
          </p:nvPr>
        </p:nvSpPr>
        <p:spPr>
          <a:xfrm>
            <a:off x="1280160" y="1097280"/>
            <a:ext cx="5029200" cy="1828800"/>
          </a:xfrm>
        </p:spPr>
        <p:txBody>
          <a:bodyPr anchor="t" anchorCtr="0"/>
          <a:lstStyle>
            <a:lvl1pPr>
              <a:defRPr sz="32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DD758F50-A87C-F2A1-40E8-08F07081E9C3}"/>
              </a:ext>
            </a:extLst>
          </p:cNvPr>
          <p:cNvSpPr>
            <a:spLocks noGrp="1"/>
          </p:cNvSpPr>
          <p:nvPr>
            <p:ph sz="half" idx="1"/>
          </p:nvPr>
        </p:nvSpPr>
        <p:spPr>
          <a:xfrm>
            <a:off x="6784848" y="1097280"/>
            <a:ext cx="4572000" cy="1828800"/>
          </a:xfrm>
          <a:noFill/>
        </p:spPr>
        <p:txBody>
          <a:bodyPr lIns="0" tIns="0" rIns="0" bIns="0">
            <a:normAutofit/>
          </a:bodyPr>
          <a:lstStyle>
            <a:lvl1pPr marL="457200">
              <a:spcBef>
                <a:spcPts val="1400"/>
              </a:spcBef>
              <a:buSzPct val="80000"/>
              <a:defRPr sz="1800"/>
            </a:lvl1pPr>
            <a:lvl2pPr marL="914400">
              <a:buSzPct val="80000"/>
              <a:defRPr sz="1600"/>
            </a:lvl2pPr>
            <a:lvl3pPr marL="1371600">
              <a:buSzPct val="80000"/>
              <a:defRPr sz="1400"/>
            </a:lvl3pPr>
            <a:lvl4pPr marL="1828800">
              <a:buSzPct val="80000"/>
              <a:defRPr sz="1200"/>
            </a:lvl4pPr>
            <a:lvl5pPr marL="2286000">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3">
            <a:extLst>
              <a:ext uri="{FF2B5EF4-FFF2-40B4-BE49-F238E27FC236}">
                <a16:creationId xmlns:a16="http://schemas.microsoft.com/office/drawing/2014/main" id="{023B02AB-1DB6-AF79-E1B3-175C76BE57ED}"/>
              </a:ext>
            </a:extLst>
          </p:cNvPr>
          <p:cNvSpPr>
            <a:spLocks noGrp="1"/>
          </p:cNvSpPr>
          <p:nvPr>
            <p:ph sz="half" idx="2"/>
          </p:nvPr>
        </p:nvSpPr>
        <p:spPr>
          <a:xfrm>
            <a:off x="1280160" y="3172968"/>
            <a:ext cx="10076688" cy="3108960"/>
          </a:xfrm>
          <a:noFill/>
        </p:spPr>
        <p:txBody>
          <a:bodyPr lIns="0" tIns="0" rIns="0" bIns="0">
            <a:normAutofit/>
          </a:bodyPr>
          <a:lstStyle>
            <a:lvl1pPr marL="457200">
              <a:spcBef>
                <a:spcPts val="1400"/>
              </a:spcBef>
              <a:buSzPct val="80000"/>
              <a:defRPr sz="1800"/>
            </a:lvl1pPr>
            <a:lvl2pPr marL="914400">
              <a:buSzPct val="80000"/>
              <a:defRPr sz="1600"/>
            </a:lvl2pPr>
            <a:lvl3pPr marL="1371600">
              <a:buSzPct val="80000"/>
              <a:defRPr sz="1400"/>
            </a:lvl3pPr>
            <a:lvl4pPr marL="1828800">
              <a:buSzPct val="80000"/>
              <a:defRPr sz="1200"/>
            </a:lvl4pPr>
            <a:lvl5pPr marL="2286000">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C2041A78-2CBE-4D73-EF5D-E65139C79DC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2774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white">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itle 1">
            <a:extLst>
              <a:ext uri="{FF2B5EF4-FFF2-40B4-BE49-F238E27FC236}">
                <a16:creationId xmlns:a16="http://schemas.microsoft.com/office/drawing/2014/main" id="{89BC2AC2-003C-AACD-1271-F2F8FBE8FD3D}"/>
              </a:ext>
            </a:extLst>
          </p:cNvPr>
          <p:cNvSpPr>
            <a:spLocks noGrp="1"/>
          </p:cNvSpPr>
          <p:nvPr>
            <p:ph type="title"/>
          </p:nvPr>
        </p:nvSpPr>
        <p:spPr>
          <a:xfrm>
            <a:off x="1280160" y="1097280"/>
            <a:ext cx="9820656" cy="914400"/>
          </a:xfrm>
        </p:spPr>
        <p:txBody>
          <a:bodyPr anchor="t" anchorCtr="0"/>
          <a:lstStyle>
            <a:lvl1pPr>
              <a:defRPr sz="32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DD758F50-A87C-F2A1-40E8-08F07081E9C3}"/>
              </a:ext>
            </a:extLst>
          </p:cNvPr>
          <p:cNvSpPr>
            <a:spLocks noGrp="1"/>
          </p:cNvSpPr>
          <p:nvPr>
            <p:ph sz="half" idx="1"/>
          </p:nvPr>
        </p:nvSpPr>
        <p:spPr>
          <a:xfrm>
            <a:off x="1280160" y="2377440"/>
            <a:ext cx="4572000" cy="3429000"/>
          </a:xfrm>
          <a:noFill/>
        </p:spPr>
        <p:txBody>
          <a:bodyPr lIns="0" tIns="0" rIns="0" bIns="0">
            <a:normAutofit/>
          </a:bodyPr>
          <a:lstStyle>
            <a:lvl1pPr marL="228600" indent="-228600">
              <a:lnSpc>
                <a:spcPct val="90000"/>
              </a:lnSpc>
              <a:spcBef>
                <a:spcPts val="1400"/>
              </a:spcBef>
              <a:buSzPct val="80000"/>
              <a:defRPr sz="1800" b="1"/>
            </a:lvl1pPr>
            <a:lvl2pPr marL="457200" indent="0">
              <a:lnSpc>
                <a:spcPct val="90000"/>
              </a:lnSpc>
              <a:spcBef>
                <a:spcPts val="1400"/>
              </a:spcBef>
              <a:buSzPct val="80000"/>
              <a:buNone/>
              <a:defRPr sz="1800"/>
            </a:lvl2pPr>
            <a:lvl3pPr marL="914400">
              <a:lnSpc>
                <a:spcPct val="90000"/>
              </a:lnSpc>
              <a:spcBef>
                <a:spcPts val="1400"/>
              </a:spcBef>
              <a:buSzPct val="80000"/>
              <a:defRPr sz="1800"/>
            </a:lvl3pPr>
            <a:lvl4pPr marL="914400" indent="0">
              <a:lnSpc>
                <a:spcPct val="90000"/>
              </a:lnSpc>
              <a:spcBef>
                <a:spcPts val="1400"/>
              </a:spcBef>
              <a:buSzPct val="80000"/>
              <a:buNone/>
              <a:defRPr sz="1800"/>
            </a:lvl4pPr>
            <a:lvl5pPr marL="1371600">
              <a:lnSpc>
                <a:spcPct val="90000"/>
              </a:lnSpc>
              <a:spcBef>
                <a:spcPts val="1400"/>
              </a:spcBef>
              <a:buSzPct val="8000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3">
            <a:extLst>
              <a:ext uri="{FF2B5EF4-FFF2-40B4-BE49-F238E27FC236}">
                <a16:creationId xmlns:a16="http://schemas.microsoft.com/office/drawing/2014/main" id="{023B02AB-1DB6-AF79-E1B3-175C76BE57ED}"/>
              </a:ext>
            </a:extLst>
          </p:cNvPr>
          <p:cNvSpPr>
            <a:spLocks noGrp="1"/>
          </p:cNvSpPr>
          <p:nvPr>
            <p:ph sz="half" idx="2"/>
          </p:nvPr>
        </p:nvSpPr>
        <p:spPr>
          <a:xfrm>
            <a:off x="6227064" y="2377440"/>
            <a:ext cx="4645152" cy="3429000"/>
          </a:xfrm>
          <a:noFill/>
        </p:spPr>
        <p:txBody>
          <a:bodyPr lIns="0" tIns="0" rIns="0" bIns="0">
            <a:normAutofit/>
          </a:bodyPr>
          <a:lstStyle>
            <a:lvl1pPr marL="457200">
              <a:spcBef>
                <a:spcPts val="1400"/>
              </a:spcBef>
              <a:buSzPct val="80000"/>
              <a:defRPr sz="1800"/>
            </a:lvl1pPr>
            <a:lvl2pPr marL="914400">
              <a:buSzPct val="80000"/>
              <a:defRPr sz="1800"/>
            </a:lvl2pPr>
            <a:lvl3pPr marL="1371600">
              <a:buSzPct val="80000"/>
              <a:defRPr sz="1800"/>
            </a:lvl3pPr>
            <a:lvl4pPr marL="1828800">
              <a:buSzPct val="80000"/>
              <a:defRPr sz="1800"/>
            </a:lvl4pPr>
            <a:lvl5pPr marL="2286000">
              <a:buSzPct val="8000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C2041A78-2CBE-4D73-EF5D-E65139C79DC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2424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Title 1">
            <a:extLst>
              <a:ext uri="{FF2B5EF4-FFF2-40B4-BE49-F238E27FC236}">
                <a16:creationId xmlns:a16="http://schemas.microsoft.com/office/drawing/2014/main" id="{A659BA83-0C6E-2A70-AED3-E386CABE654A}"/>
              </a:ext>
            </a:extLst>
          </p:cNvPr>
          <p:cNvSpPr>
            <a:spLocks noGrp="1"/>
          </p:cNvSpPr>
          <p:nvPr>
            <p:ph type="title"/>
          </p:nvPr>
        </p:nvSpPr>
        <p:spPr>
          <a:xfrm>
            <a:off x="1280160" y="1097280"/>
            <a:ext cx="9601200" cy="914400"/>
          </a:xfrm>
        </p:spPr>
        <p:txBody>
          <a:bodyPr anchor="t" anchorCtr="0"/>
          <a:lstStyle>
            <a:lvl1pPr>
              <a:defRPr sz="3200"/>
            </a:lvl1pPr>
          </a:lstStyle>
          <a:p>
            <a:r>
              <a:rPr lang="en-US"/>
              <a:t>Click to edit Master title style</a:t>
            </a:r>
            <a:endParaRPr lang="en-US" dirty="0"/>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1280160" y="2377440"/>
            <a:ext cx="9619488" cy="3429000"/>
          </a:xfrm>
        </p:spPr>
        <p:txBody>
          <a:bodyPr/>
          <a:lstStyle>
            <a:lvl1pPr marL="0" indent="0">
              <a:buNone/>
              <a:defRPr/>
            </a:lvl1pPr>
          </a:lstStyle>
          <a:p>
            <a:r>
              <a:rPr lang="en-US"/>
              <a:t>Click icon to add table</a:t>
            </a:r>
            <a:endParaRPr lang="en-US" dirty="0"/>
          </a:p>
        </p:txBody>
      </p:sp>
      <p:cxnSp>
        <p:nvCxnSpPr>
          <p:cNvPr id="7" name="Straight Connector 6">
            <a:extLst>
              <a:ext uri="{FF2B5EF4-FFF2-40B4-BE49-F238E27FC236}">
                <a16:creationId xmlns:a16="http://schemas.microsoft.com/office/drawing/2014/main" id="{5D612406-06E6-DCE4-7F2F-D98836A802A6}"/>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5889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g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1097280"/>
            <a:ext cx="9821955" cy="9144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280160" y="2377440"/>
            <a:ext cx="4663440" cy="3566160"/>
          </a:xfrm>
          <a:solidFill>
            <a:schemeClr val="accent4"/>
          </a:solidFill>
        </p:spPr>
        <p:txBody>
          <a:bodyPr lIns="365760" tIns="365760" rIns="365760" bIns="365760">
            <a:normAutofit/>
          </a:bodyPr>
          <a:lstStyle>
            <a:lvl1pPr marL="457200">
              <a:spcBef>
                <a:spcPts val="1400"/>
              </a:spcBef>
              <a:buClr>
                <a:schemeClr val="tx1"/>
              </a:buClr>
              <a:buSzPct val="80000"/>
              <a:defRPr sz="1800"/>
            </a:lvl1pPr>
            <a:lvl2pPr marL="914400">
              <a:buClr>
                <a:schemeClr val="tx1"/>
              </a:buClr>
              <a:buSzPct val="80000"/>
              <a:defRPr sz="1600"/>
            </a:lvl2pPr>
            <a:lvl3pPr marL="1371600">
              <a:buClr>
                <a:schemeClr val="tx1"/>
              </a:buClr>
              <a:buSzPct val="80000"/>
              <a:defRPr sz="1400"/>
            </a:lvl3pPr>
            <a:lvl4pPr marL="1828800">
              <a:buClr>
                <a:schemeClr val="tx1"/>
              </a:buClr>
              <a:buSzPct val="80000"/>
              <a:defRPr sz="1200"/>
            </a:lvl4pPr>
            <a:lvl5pPr marL="2286000">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6309360" y="2377440"/>
            <a:ext cx="4663440" cy="3566160"/>
          </a:xfrm>
          <a:solidFill>
            <a:schemeClr val="accent4"/>
          </a:solidFill>
        </p:spPr>
        <p:txBody>
          <a:bodyPr lIns="365760" tIns="365760" rIns="365760" bIns="365760">
            <a:normAutofit/>
          </a:bodyPr>
          <a:lstStyle>
            <a:lvl1pPr marL="457200">
              <a:spcBef>
                <a:spcPts val="1400"/>
              </a:spcBef>
              <a:buClr>
                <a:schemeClr val="tx1"/>
              </a:buClr>
              <a:buSzPct val="80000"/>
              <a:defRPr sz="1800" cap="all" baseline="0"/>
            </a:lvl1pPr>
            <a:lvl2pPr marL="914400">
              <a:buClr>
                <a:schemeClr val="tx1"/>
              </a:buClr>
              <a:buSzPct val="80000"/>
              <a:defRPr sz="1600"/>
            </a:lvl2pPr>
            <a:lvl3pPr marL="1371600">
              <a:buClr>
                <a:schemeClr val="tx1"/>
              </a:buClr>
              <a:buSzPct val="80000"/>
              <a:defRPr sz="1400"/>
            </a:lvl3pPr>
            <a:lvl4pPr marL="1828800">
              <a:buClr>
                <a:schemeClr val="tx1"/>
              </a:buClr>
              <a:buSzPct val="80000"/>
              <a:defRPr sz="1200"/>
            </a:lvl4pPr>
            <a:lvl5pPr marL="2286000">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8" name="Straight Connector 7">
            <a:extLst>
              <a:ext uri="{FF2B5EF4-FFF2-40B4-BE49-F238E27FC236}">
                <a16:creationId xmlns:a16="http://schemas.microsoft.com/office/drawing/2014/main" id="{941554B7-BB36-76F6-DD79-11088AA69E8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39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1"/>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ABAFD431-F46D-3701-6A51-738ADAF3A5E3}"/>
              </a:ext>
            </a:extLst>
          </p:cNvPr>
          <p:cNvSpPr>
            <a:spLocks noGrp="1"/>
          </p:cNvSpPr>
          <p:nvPr>
            <p:ph type="title"/>
          </p:nvPr>
        </p:nvSpPr>
        <p:spPr>
          <a:xfrm>
            <a:off x="841248" y="3163824"/>
            <a:ext cx="10515600" cy="2322576"/>
          </a:xfrm>
          <a:prstGeom prst="rect">
            <a:avLst/>
          </a:prstGeom>
          <a:noFill/>
        </p:spPr>
        <p:txBody>
          <a:bodyPr wrap="square" bIns="0" anchor="ctr">
            <a:noAutofit/>
          </a:bodyPr>
          <a:lstStyle>
            <a:lvl1pPr algn="ct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CAFD788D-D699-2BA7-3637-AA3B48C09084}"/>
              </a:ext>
            </a:extLst>
          </p:cNvPr>
          <p:cNvSpPr>
            <a:spLocks noGrp="1"/>
          </p:cNvSpPr>
          <p:nvPr>
            <p:ph type="pic" sz="quarter" idx="13"/>
          </p:nvPr>
        </p:nvSpPr>
        <p:spPr>
          <a:xfrm>
            <a:off x="4953000" y="548640"/>
            <a:ext cx="2286000" cy="2286000"/>
          </a:xfrm>
          <a:prstGeom prst="ellipse">
            <a:avLst/>
          </a:prstGeom>
        </p:spPr>
        <p:txBody>
          <a:bodyPr anchor="t"/>
          <a:lstStyle>
            <a:lvl1pPr marL="0" indent="0" algn="ctr">
              <a:buNone/>
              <a:defRPr sz="1050">
                <a:solidFill>
                  <a:schemeClr val="tx1"/>
                </a:solidFill>
              </a:defRPr>
            </a:lvl1pPr>
          </a:lstStyle>
          <a:p>
            <a:r>
              <a:rPr lang="en-US"/>
              <a:t>Click icon to add picture</a:t>
            </a:r>
            <a:endParaRPr lang="en-US" dirty="0"/>
          </a:p>
        </p:txBody>
      </p:sp>
      <p:sp>
        <p:nvSpPr>
          <p:cNvPr id="13" name="Text Placeholder 12">
            <a:extLst>
              <a:ext uri="{FF2B5EF4-FFF2-40B4-BE49-F238E27FC236}">
                <a16:creationId xmlns:a16="http://schemas.microsoft.com/office/drawing/2014/main" id="{7808A0C0-A02B-D1C7-6DE5-CA25624AD099}"/>
              </a:ext>
            </a:extLst>
          </p:cNvPr>
          <p:cNvSpPr>
            <a:spLocks noGrp="1"/>
          </p:cNvSpPr>
          <p:nvPr>
            <p:ph type="body" sz="quarter" idx="14"/>
          </p:nvPr>
        </p:nvSpPr>
        <p:spPr>
          <a:xfrm>
            <a:off x="1572768" y="6044184"/>
            <a:ext cx="9116568" cy="365760"/>
          </a:xfrm>
        </p:spPr>
        <p:txBody>
          <a:bodyPr anchor="t"/>
          <a:lstStyle>
            <a:lvl1pPr marL="0" indent="0" algn="ctr">
              <a:lnSpc>
                <a:spcPct val="90000"/>
              </a:lnSpc>
              <a:spcBef>
                <a:spcPts val="0"/>
              </a:spcBef>
              <a:buNone/>
              <a:defRPr sz="2400" cap="all" baseline="0"/>
            </a:lvl1pPr>
          </a:lstStyle>
          <a:p>
            <a:pPr lvl="0"/>
            <a:r>
              <a:rPr lang="en-US"/>
              <a:t>Click to edit Master text styles</a:t>
            </a:r>
          </a:p>
        </p:txBody>
      </p:sp>
      <p:sp>
        <p:nvSpPr>
          <p:cNvPr id="3" name="Rectangle 2">
            <a:extLst>
              <a:ext uri="{FF2B5EF4-FFF2-40B4-BE49-F238E27FC236}">
                <a16:creationId xmlns:a16="http://schemas.microsoft.com/office/drawing/2014/main" id="{7ECE7D81-1954-1B1F-C0AC-21C85AFD3C1E}"/>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19110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1295400" y="609600"/>
            <a:ext cx="9821955" cy="125611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295400" y="1855945"/>
            <a:ext cx="9821955"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Slide Number Placeholder 20">
            <a:extLst>
              <a:ext uri="{FF2B5EF4-FFF2-40B4-BE49-F238E27FC236}">
                <a16:creationId xmlns:a16="http://schemas.microsoft.com/office/drawing/2014/main" id="{78A08F60-CEF1-832D-D403-282EA76CBEF2}"/>
              </a:ext>
            </a:extLst>
          </p:cNvPr>
          <p:cNvSpPr>
            <a:spLocks noGrp="1"/>
          </p:cNvSpPr>
          <p:nvPr>
            <p:ph type="sldNum" sz="quarter" idx="4"/>
          </p:nvPr>
        </p:nvSpPr>
        <p:spPr>
          <a:xfrm>
            <a:off x="420624" y="6019801"/>
            <a:ext cx="457200" cy="184150"/>
          </a:xfrm>
          <a:prstGeom prst="rect">
            <a:avLst/>
          </a:prstGeom>
        </p:spPr>
        <p:txBody>
          <a:bodyPr vert="horz" lIns="0" tIns="0" rIns="0" bIns="0" rtlCol="0" anchor="ctr"/>
          <a:lstStyle>
            <a:lvl1pPr algn="ctr">
              <a:defRPr sz="1200" cap="all" spc="200" baseline="0">
                <a:solidFill>
                  <a:schemeClr val="accent1"/>
                </a:solidFill>
                <a:latin typeface="Posterama" panose="020B0504020200020000" pitchFamily="34" charset="0"/>
              </a:defRPr>
            </a:lvl1pPr>
          </a:lstStyle>
          <a:p>
            <a:fld id="{75DF2D63-3FF5-D547-96B9-BE9CCD1ABA58}"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74" r:id="rId3"/>
    <p:sldLayoutId id="2147483675" r:id="rId4"/>
    <p:sldLayoutId id="2147483664" r:id="rId5"/>
    <p:sldLayoutId id="2147483676" r:id="rId6"/>
    <p:sldLayoutId id="2147483677" r:id="rId7"/>
    <p:sldLayoutId id="2147483681" r:id="rId8"/>
    <p:sldLayoutId id="2147483682" r:id="rId9"/>
    <p:sldLayoutId id="2147483683" r:id="rId10"/>
    <p:sldLayoutId id="2147483680" r:id="rId11"/>
    <p:sldLayoutId id="2147483684" r:id="rId12"/>
    <p:sldLayoutId id="2147483673" r:id="rId13"/>
  </p:sldLayoutIdLst>
  <p:hf sldNum="0" hdr="0" ftr="0" dt="0"/>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Posterama" panose="020B0504020200020000" pitchFamily="34" charset="0"/>
        </a:defRPr>
      </a:lvl1pPr>
    </p:titleStyle>
    <p:bodyStyle>
      <a:lvl1pPr marL="228600" indent="-457200" algn="l" defTabSz="914400" rtl="0" eaLnBrk="1" latinLnBrk="0" hangingPunct="1">
        <a:lnSpc>
          <a:spcPct val="100000"/>
        </a:lnSpc>
        <a:spcBef>
          <a:spcPts val="1000"/>
        </a:spcBef>
        <a:buClr>
          <a:schemeClr val="accent1"/>
        </a:buClr>
        <a:buFont typeface="Courier New" panose="02070309020205020404" pitchFamily="49" charset="0"/>
        <a:buChar char="o"/>
        <a:defRPr sz="2400" b="0" i="0" kern="1200" cap="none" baseline="0">
          <a:solidFill>
            <a:schemeClr val="tx1"/>
          </a:solidFill>
          <a:latin typeface="+mn-lt"/>
          <a:ea typeface="+mn-ea"/>
          <a:cs typeface="+mn-cs"/>
        </a:defRPr>
      </a:lvl1pPr>
      <a:lvl2pPr marL="685800" indent="-457200" algn="l" defTabSz="914400" rtl="0" eaLnBrk="1" latinLnBrk="0" hangingPunct="1">
        <a:lnSpc>
          <a:spcPct val="100000"/>
        </a:lnSpc>
        <a:spcBef>
          <a:spcPts val="500"/>
        </a:spcBef>
        <a:buClr>
          <a:schemeClr val="accent1"/>
        </a:buClr>
        <a:buFont typeface="Courier New" panose="02070309020205020404" pitchFamily="49" charset="0"/>
        <a:buChar char="o"/>
        <a:defRPr sz="2000" b="0" i="0" kern="1200" baseline="0">
          <a:solidFill>
            <a:schemeClr val="tx1"/>
          </a:solidFill>
          <a:latin typeface="+mn-lt"/>
          <a:ea typeface="+mn-ea"/>
          <a:cs typeface="+mn-cs"/>
        </a:defRPr>
      </a:lvl2pPr>
      <a:lvl3pPr marL="1143000" indent="-457200" algn="l" defTabSz="914400" rtl="0" eaLnBrk="1" latinLnBrk="0" hangingPunct="1">
        <a:lnSpc>
          <a:spcPct val="100000"/>
        </a:lnSpc>
        <a:spcBef>
          <a:spcPts val="500"/>
        </a:spcBef>
        <a:buClr>
          <a:schemeClr val="accent1"/>
        </a:buClr>
        <a:buFont typeface="Courier New" panose="02070309020205020404" pitchFamily="49" charset="0"/>
        <a:buChar char="o"/>
        <a:defRPr sz="1800" b="0" i="0" kern="1200" baseline="0">
          <a:solidFill>
            <a:schemeClr val="tx1"/>
          </a:solidFill>
          <a:latin typeface="+mn-lt"/>
          <a:ea typeface="+mn-ea"/>
          <a:cs typeface="+mn-cs"/>
        </a:defRPr>
      </a:lvl3pPr>
      <a:lvl4pPr marL="1600200" indent="-457200" algn="l" defTabSz="914400" rtl="0" eaLnBrk="1" latinLnBrk="0" hangingPunct="1">
        <a:lnSpc>
          <a:spcPct val="100000"/>
        </a:lnSpc>
        <a:spcBef>
          <a:spcPts val="500"/>
        </a:spcBef>
        <a:buClr>
          <a:schemeClr val="accent1"/>
        </a:buClr>
        <a:buFont typeface="Courier New" panose="02070309020205020404" pitchFamily="49" charset="0"/>
        <a:buChar char="o"/>
        <a:defRPr sz="1600" b="0" i="0" kern="1200" baseline="0">
          <a:solidFill>
            <a:schemeClr val="tx1"/>
          </a:solidFill>
          <a:latin typeface="+mn-lt"/>
          <a:ea typeface="+mn-ea"/>
          <a:cs typeface="+mn-cs"/>
        </a:defRPr>
      </a:lvl4pPr>
      <a:lvl5pPr marL="2057400" indent="-457200" algn="l" defTabSz="914400" rtl="0" eaLnBrk="1" latinLnBrk="0" hangingPunct="1">
        <a:lnSpc>
          <a:spcPct val="100000"/>
        </a:lnSpc>
        <a:spcBef>
          <a:spcPts val="500"/>
        </a:spcBef>
        <a:buClr>
          <a:schemeClr val="accent1"/>
        </a:buClr>
        <a:buFont typeface="Courier New" panose="02070309020205020404" pitchFamily="49" charset="0"/>
        <a:buChar char="o"/>
        <a:defRPr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007/978-981-19-6068-0_13" TargetMode="External"/><Relationship Id="rId2" Type="http://schemas.openxmlformats.org/officeDocument/2006/relationships/hyperlink" Target="https://doi.org/10.1007/s11042-022-14165-4" TargetMode="External"/><Relationship Id="rId1" Type="http://schemas.openxmlformats.org/officeDocument/2006/relationships/slideLayout" Target="../slideLayouts/slideLayout4.xml"/><Relationship Id="rId4" Type="http://schemas.openxmlformats.org/officeDocument/2006/relationships/hyperlink" Target="https://doi.org/10.3390/app14198823"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xfrm>
            <a:off x="821247" y="2834015"/>
            <a:ext cx="10477587" cy="1189970"/>
          </a:xfrm>
          <a:noFill/>
        </p:spPr>
        <p:txBody>
          <a:bodyPr anchor="b" anchorCtr="0"/>
          <a:lstStyle/>
          <a:p>
            <a:pPr algn="l"/>
            <a:r>
              <a:rPr lang="en-IN" sz="2800" b="1" kern="100" dirty="0">
                <a:effectLst/>
                <a:latin typeface="Times New Roman" panose="02020603050405020304" pitchFamily="18" charset="0"/>
                <a:ea typeface="Calibri" panose="020F0502020204030204" pitchFamily="34" charset="0"/>
                <a:cs typeface="Gautami" panose="020B0502040204020203" pitchFamily="34" charset="0"/>
              </a:rPr>
              <a:t>Detection of Diabetic Retinopathy using </a:t>
            </a:r>
            <a:r>
              <a:rPr lang="en-IN" sz="2800" b="1" kern="100" dirty="0" err="1">
                <a:effectLst/>
                <a:latin typeface="Times New Roman" panose="02020603050405020304" pitchFamily="18" charset="0"/>
                <a:ea typeface="Calibri" panose="020F0502020204030204" pitchFamily="34" charset="0"/>
                <a:cs typeface="Gautami" panose="020B0502040204020203" pitchFamily="34" charset="0"/>
              </a:rPr>
              <a:t>ResNet</a:t>
            </a:r>
            <a:r>
              <a:rPr lang="en-IN" sz="2800" b="1" kern="100" dirty="0">
                <a:effectLst/>
                <a:latin typeface="Times New Roman" panose="02020603050405020304" pitchFamily="18" charset="0"/>
                <a:ea typeface="Calibri" panose="020F0502020204030204" pitchFamily="34" charset="0"/>
                <a:cs typeface="Gautami" panose="020B0502040204020203" pitchFamily="34" charset="0"/>
              </a:rPr>
              <a:t> - 50</a:t>
            </a:r>
            <a:b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8E1A510-A8E0-4388-88A3-8DAC5C0146D4}"/>
              </a:ext>
            </a:extLst>
          </p:cNvPr>
          <p:cNvSpPr txBox="1"/>
          <p:nvPr/>
        </p:nvSpPr>
        <p:spPr>
          <a:xfrm>
            <a:off x="821247" y="4125408"/>
            <a:ext cx="6096000" cy="400110"/>
          </a:xfrm>
          <a:prstGeom prst="rect">
            <a:avLst/>
          </a:prstGeom>
          <a:noFill/>
        </p:spPr>
        <p:txBody>
          <a:bodyPr wrap="square">
            <a:spAutoFit/>
          </a:bodyPr>
          <a:lstStyle/>
          <a:p>
            <a:r>
              <a:rPr lang="en-IN" sz="2000" b="0" i="0" dirty="0">
                <a:effectLst/>
                <a:latin typeface="Times New Roman" panose="02020603050405020304" pitchFamily="18" charset="0"/>
                <a:cs typeface="Times New Roman" panose="02020603050405020304" pitchFamily="18" charset="0"/>
              </a:rPr>
              <a:t>Jesus Gonzalez</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D98CC43-7EFE-94A2-A8DE-DACF9FFCEAFA}"/>
              </a:ext>
            </a:extLst>
          </p:cNvPr>
          <p:cNvSpPr txBox="1"/>
          <p:nvPr/>
        </p:nvSpPr>
        <p:spPr>
          <a:xfrm>
            <a:off x="341811" y="3788328"/>
            <a:ext cx="8656320" cy="405367"/>
          </a:xfrm>
          <a:prstGeom prst="rect">
            <a:avLst/>
          </a:prstGeom>
          <a:noFill/>
        </p:spPr>
        <p:txBody>
          <a:bodyPr wrap="square">
            <a:spAutoFit/>
          </a:bodyPr>
          <a:lstStyle/>
          <a:p>
            <a:pPr marL="457200">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CSE-6363-002 : Machine Learning</a:t>
            </a:r>
            <a:endParaRPr lang="en-IN" sz="2000" kern="100" dirty="0">
              <a:effectLst/>
              <a:latin typeface="Calibri" panose="020F0502020204030204" pitchFamily="34" charset="0"/>
              <a:ea typeface="Calibri" panose="020F0502020204030204" pitchFamily="34" charset="0"/>
              <a:cs typeface="Gautami" panose="020B0502040204020203" pitchFamily="34" charset="0"/>
            </a:endParaRPr>
          </a:p>
        </p:txBody>
      </p:sp>
      <p:sp>
        <p:nvSpPr>
          <p:cNvPr id="10" name="TextBox 9">
            <a:extLst>
              <a:ext uri="{FF2B5EF4-FFF2-40B4-BE49-F238E27FC236}">
                <a16:creationId xmlns:a16="http://schemas.microsoft.com/office/drawing/2014/main" id="{C1BDF453-0583-FECA-32BE-1A720E63FDE7}"/>
              </a:ext>
            </a:extLst>
          </p:cNvPr>
          <p:cNvSpPr txBox="1"/>
          <p:nvPr/>
        </p:nvSpPr>
        <p:spPr>
          <a:xfrm>
            <a:off x="6096000" y="3793799"/>
            <a:ext cx="5165325" cy="1819985"/>
          </a:xfrm>
          <a:prstGeom prst="rect">
            <a:avLst/>
          </a:prstGeom>
          <a:noFill/>
        </p:spPr>
        <p:txBody>
          <a:bodyPr wrap="none" rtlCol="0">
            <a:spAutoFit/>
          </a:bodyPr>
          <a:lstStyle/>
          <a:p>
            <a:pPr marL="457200">
              <a:lnSpc>
                <a:spcPct val="107000"/>
              </a:lnSpc>
            </a:pPr>
            <a:r>
              <a:rPr lang="en-GB" sz="2000" b="1" dirty="0">
                <a:latin typeface="Times New Roman" panose="02020603050405020304" pitchFamily="18" charset="0"/>
                <a:cs typeface="Times New Roman" panose="02020603050405020304" pitchFamily="18" charset="0"/>
              </a:rPr>
              <a:t>Team 11 - </a:t>
            </a:r>
          </a:p>
          <a:p>
            <a:pPr marL="457200">
              <a:lnSpc>
                <a:spcPct val="107000"/>
              </a:lnSpc>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Nethra </a:t>
            </a:r>
            <a:r>
              <a:rPr lang="en-IN" sz="2000" kern="100" dirty="0" err="1">
                <a:effectLst/>
                <a:latin typeface="Times New Roman" panose="02020603050405020304" pitchFamily="18" charset="0"/>
                <a:ea typeface="Calibri" panose="020F0502020204030204" pitchFamily="34" charset="0"/>
                <a:cs typeface="Times New Roman" panose="02020603050405020304" pitchFamily="18" charset="0"/>
              </a:rPr>
              <a:t>Renjarla</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- 1002166130</a:t>
            </a:r>
          </a:p>
          <a:p>
            <a:pPr marL="457200">
              <a:lnSpc>
                <a:spcPct val="107000"/>
              </a:lnSpc>
            </a:pPr>
            <a:r>
              <a:rPr lang="en-IN" sz="2000" kern="100" dirty="0" err="1">
                <a:effectLst/>
                <a:latin typeface="Times New Roman" panose="02020603050405020304" pitchFamily="18" charset="0"/>
                <a:ea typeface="Calibri" panose="020F0502020204030204" pitchFamily="34" charset="0"/>
                <a:cs typeface="Times New Roman" panose="02020603050405020304" pitchFamily="18" charset="0"/>
              </a:rPr>
              <a:t>Dhyuthi</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Sri Ramya </a:t>
            </a:r>
            <a:r>
              <a:rPr lang="en-IN" sz="2000" kern="100" dirty="0" err="1">
                <a:effectLst/>
                <a:latin typeface="Times New Roman" panose="02020603050405020304" pitchFamily="18" charset="0"/>
                <a:ea typeface="Calibri" panose="020F0502020204030204" pitchFamily="34" charset="0"/>
                <a:cs typeface="Times New Roman" panose="02020603050405020304" pitchFamily="18" charset="0"/>
              </a:rPr>
              <a:t>Cheruvu</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- 1002137729</a:t>
            </a:r>
          </a:p>
          <a:p>
            <a:pPr marL="457200">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Swarna Kannambadi Ramesh - 1002176011</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5195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10B6615-089D-BA3A-D375-4774E51518DA}"/>
              </a:ext>
            </a:extLst>
          </p:cNvPr>
          <p:cNvSpPr txBox="1"/>
          <p:nvPr/>
        </p:nvSpPr>
        <p:spPr>
          <a:xfrm>
            <a:off x="815248" y="1317402"/>
            <a:ext cx="6191480" cy="4555093"/>
          </a:xfrm>
          <a:prstGeom prst="rect">
            <a:avLst/>
          </a:prstGeom>
          <a:noFill/>
        </p:spPr>
        <p:txBody>
          <a:bodyPr wrap="square" rtlCol="0">
            <a:spAutoFit/>
          </a:bodyPr>
          <a:lstStyle/>
          <a:p>
            <a:pPr algn="ctr"/>
            <a:r>
              <a:rPr lang="en-GB" sz="2000" b="1" dirty="0">
                <a:latin typeface="Times New Roman" panose="02020603050405020304" pitchFamily="18" charset="0"/>
                <a:cs typeface="Times New Roman" panose="02020603050405020304" pitchFamily="18" charset="0"/>
              </a:rPr>
              <a:t>                                                                                      </a:t>
            </a:r>
            <a:endParaRPr lang="en-GB" dirty="0">
              <a:latin typeface="Times New Roman" panose="02020603050405020304" pitchFamily="18" charset="0"/>
              <a:cs typeface="Times New Roman" panose="02020603050405020304" pitchFamily="18" charset="0"/>
            </a:endParaRPr>
          </a:p>
          <a:p>
            <a:pPr marL="342900" indent="-342900" algn="just">
              <a:buAutoNum type="arabicPeriod"/>
            </a:pPr>
            <a:r>
              <a:rPr lang="en-GB" dirty="0">
                <a:latin typeface="Times New Roman" panose="02020603050405020304" pitchFamily="18" charset="0"/>
                <a:cs typeface="Times New Roman" panose="02020603050405020304" pitchFamily="18" charset="0"/>
              </a:rPr>
              <a:t>Diabetic Retinopathy is a complication of diabetes that affects vision by damaging the retina's blood vessels due to high blood sugar levels.</a:t>
            </a:r>
          </a:p>
          <a:p>
            <a:pPr marL="342900" indent="-342900" algn="just">
              <a:buAutoNum type="arabicPeriod"/>
            </a:pPr>
            <a:r>
              <a:rPr lang="en-GB" dirty="0">
                <a:latin typeface="Times New Roman" panose="02020603050405020304" pitchFamily="18" charset="0"/>
                <a:cs typeface="Times New Roman" panose="02020603050405020304" pitchFamily="18" charset="0"/>
              </a:rPr>
              <a:t>In its early stages, it may be asymptomatic or cause intermittent vision disturbances.</a:t>
            </a:r>
          </a:p>
          <a:p>
            <a:pPr marL="342900" indent="-342900" algn="just">
              <a:buAutoNum type="arabicPeriod"/>
            </a:pPr>
            <a:r>
              <a:rPr lang="en-GB" dirty="0">
                <a:latin typeface="Times New Roman" panose="02020603050405020304" pitchFamily="18" charset="0"/>
                <a:cs typeface="Times New Roman" panose="02020603050405020304" pitchFamily="18" charset="0"/>
              </a:rPr>
              <a:t>As the condition progresses, it impacts both eyes and may result in partial or complete vision loss, particularly when blood sugar levels are poorly managed.</a:t>
            </a:r>
          </a:p>
          <a:p>
            <a:pPr marL="342900" indent="-342900" algn="just">
              <a:buAutoNum type="arabicPeriod"/>
            </a:pPr>
            <a:r>
              <a:rPr lang="en-GB" dirty="0">
                <a:latin typeface="Times New Roman" panose="02020603050405020304" pitchFamily="18" charset="0"/>
                <a:cs typeface="Times New Roman" panose="02020603050405020304" pitchFamily="18" charset="0"/>
              </a:rPr>
              <a:t>Individuals with diabetes mellitus are at a higher risk of developing this disease.</a:t>
            </a:r>
          </a:p>
          <a:p>
            <a:pPr marL="342900" indent="-342900" algn="just">
              <a:buAutoNum type="arabicPeriod"/>
            </a:pPr>
            <a:r>
              <a:rPr lang="en-GB" dirty="0">
                <a:latin typeface="Times New Roman" panose="02020603050405020304" pitchFamily="18" charset="0"/>
                <a:cs typeface="Times New Roman" panose="02020603050405020304" pitchFamily="18" charset="0"/>
              </a:rPr>
              <a:t>Early detection is essential to prevent irreversible blindness, emphasizing the need for an effective screening system.</a:t>
            </a:r>
          </a:p>
          <a:p>
            <a:pPr marL="342900" indent="-342900" algn="just">
              <a:buAutoNum type="arabicPeriod"/>
            </a:pPr>
            <a:r>
              <a:rPr lang="en-GB" dirty="0">
                <a:latin typeface="Times New Roman" panose="02020603050405020304" pitchFamily="18" charset="0"/>
                <a:cs typeface="Times New Roman" panose="02020603050405020304" pitchFamily="18" charset="0"/>
              </a:rPr>
              <a:t>This study employs a deep learning approach using ResNet-50, a deep Convolutional Neural Network (CNN), to facilitate early detection of diabetic retinopathy.</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8A6C2BF-2481-77CB-0970-3BE092F062FF}"/>
              </a:ext>
            </a:extLst>
          </p:cNvPr>
          <p:cNvPicPr>
            <a:picLocks noChangeAspect="1"/>
          </p:cNvPicPr>
          <p:nvPr/>
        </p:nvPicPr>
        <p:blipFill>
          <a:blip r:embed="rId2"/>
          <a:srcRect l="6072" r="6111"/>
          <a:stretch/>
        </p:blipFill>
        <p:spPr>
          <a:xfrm>
            <a:off x="7006728" y="2074996"/>
            <a:ext cx="4505899" cy="3039903"/>
          </a:xfrm>
          <a:prstGeom prst="rect">
            <a:avLst/>
          </a:prstGeom>
        </p:spPr>
      </p:pic>
      <p:sp>
        <p:nvSpPr>
          <p:cNvPr id="9" name="TextBox 8">
            <a:extLst>
              <a:ext uri="{FF2B5EF4-FFF2-40B4-BE49-F238E27FC236}">
                <a16:creationId xmlns:a16="http://schemas.microsoft.com/office/drawing/2014/main" id="{67CF761D-4C2B-4D0F-EA1B-89BA5316493D}"/>
              </a:ext>
            </a:extLst>
          </p:cNvPr>
          <p:cNvSpPr txBox="1"/>
          <p:nvPr/>
        </p:nvSpPr>
        <p:spPr>
          <a:xfrm>
            <a:off x="5438351" y="966894"/>
            <a:ext cx="1959191" cy="800219"/>
          </a:xfrm>
          <a:prstGeom prst="rect">
            <a:avLst/>
          </a:prstGeom>
          <a:noFill/>
        </p:spPr>
        <p:txBody>
          <a:bodyPr wrap="none" rtlCol="0">
            <a:spAutoFit/>
          </a:bodyPr>
          <a:lstStyle/>
          <a:p>
            <a:r>
              <a:rPr lang="en-GB" sz="2800" b="1" dirty="0">
                <a:latin typeface="Times New Roman" panose="02020603050405020304" pitchFamily="18" charset="0"/>
                <a:cs typeface="Times New Roman" panose="02020603050405020304" pitchFamily="18" charset="0"/>
              </a:rPr>
              <a:t>Description</a:t>
            </a:r>
          </a:p>
          <a:p>
            <a:endParaRPr lang="en-IN" dirty="0"/>
          </a:p>
        </p:txBody>
      </p:sp>
    </p:spTree>
    <p:extLst>
      <p:ext uri="{BB962C8B-B14F-4D97-AF65-F5344CB8AC3E}">
        <p14:creationId xmlns:p14="http://schemas.microsoft.com/office/powerpoint/2010/main" val="777978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FAB86B1-8ADA-4E13-3C98-E3D6A1D64CBC}"/>
              </a:ext>
            </a:extLst>
          </p:cNvPr>
          <p:cNvSpPr txBox="1"/>
          <p:nvPr/>
        </p:nvSpPr>
        <p:spPr>
          <a:xfrm>
            <a:off x="1235954" y="1188352"/>
            <a:ext cx="9720091" cy="1924053"/>
          </a:xfrm>
          <a:prstGeom prst="rect">
            <a:avLst/>
          </a:prstGeom>
          <a:noFill/>
        </p:spPr>
        <p:txBody>
          <a:bodyPr wrap="square">
            <a:spAutoFit/>
          </a:bodyPr>
          <a:lstStyle/>
          <a:p>
            <a:pPr lvl="0" algn="just">
              <a:lnSpc>
                <a:spcPct val="107000"/>
              </a:lnSpc>
              <a:spcAft>
                <a:spcPts val="800"/>
              </a:spcAft>
              <a:buSzPts val="1000"/>
              <a:tabLst>
                <a:tab pos="457200" algn="l"/>
              </a:tabLs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Dataset</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The datasets that are taken into consideration are Diabetic Retinopathy detection 2019 obtained from Kaggle. </a:t>
            </a:r>
          </a:p>
          <a:p>
            <a:pPr marL="457200" algn="just">
              <a:lnSpc>
                <a:spcPct val="107000"/>
              </a:lnSpc>
              <a:spcAft>
                <a:spcPts val="800"/>
              </a:spcAf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It classifies the fundus images based on their severity levels as No DR, Mild, Moderate, Severe and Proliferative DR. </a:t>
            </a:r>
          </a:p>
        </p:txBody>
      </p:sp>
      <p:pic>
        <p:nvPicPr>
          <p:cNvPr id="6" name="Picture 5">
            <a:extLst>
              <a:ext uri="{FF2B5EF4-FFF2-40B4-BE49-F238E27FC236}">
                <a16:creationId xmlns:a16="http://schemas.microsoft.com/office/drawing/2014/main" id="{0203F3E4-A0F0-8943-1EF5-E8FA49B54EA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14273" y="3201304"/>
            <a:ext cx="2468344" cy="2468344"/>
          </a:xfrm>
          <a:prstGeom prst="rect">
            <a:avLst/>
          </a:prstGeom>
          <a:noFill/>
          <a:ln>
            <a:noFill/>
          </a:ln>
        </p:spPr>
      </p:pic>
      <p:pic>
        <p:nvPicPr>
          <p:cNvPr id="7" name="Picture 6">
            <a:extLst>
              <a:ext uri="{FF2B5EF4-FFF2-40B4-BE49-F238E27FC236}">
                <a16:creationId xmlns:a16="http://schemas.microsoft.com/office/drawing/2014/main" id="{4E0AC91B-F20F-0E89-E032-C2D5443FBBE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999405" y="3217381"/>
            <a:ext cx="2468344" cy="2468344"/>
          </a:xfrm>
          <a:prstGeom prst="rect">
            <a:avLst/>
          </a:prstGeom>
          <a:noFill/>
          <a:ln>
            <a:noFill/>
          </a:ln>
        </p:spPr>
      </p:pic>
      <p:pic>
        <p:nvPicPr>
          <p:cNvPr id="3" name="Picture 2">
            <a:extLst>
              <a:ext uri="{FF2B5EF4-FFF2-40B4-BE49-F238E27FC236}">
                <a16:creationId xmlns:a16="http://schemas.microsoft.com/office/drawing/2014/main" id="{37A78379-2C99-7C4C-7DCA-6F0719DE3F6B}"/>
              </a:ext>
            </a:extLst>
          </p:cNvPr>
          <p:cNvPicPr>
            <a:picLocks noChangeAspect="1"/>
          </p:cNvPicPr>
          <p:nvPr/>
        </p:nvPicPr>
        <p:blipFill>
          <a:blip r:embed="rId4"/>
          <a:stretch>
            <a:fillRect/>
          </a:stretch>
        </p:blipFill>
        <p:spPr>
          <a:xfrm>
            <a:off x="4799107" y="3217382"/>
            <a:ext cx="2752399" cy="2468343"/>
          </a:xfrm>
          <a:prstGeom prst="rect">
            <a:avLst/>
          </a:prstGeom>
        </p:spPr>
      </p:pic>
    </p:spTree>
    <p:extLst>
      <p:ext uri="{BB962C8B-B14F-4D97-AF65-F5344CB8AC3E}">
        <p14:creationId xmlns:p14="http://schemas.microsoft.com/office/powerpoint/2010/main" val="3737510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449E4-AEEB-34E3-DB6B-2A278D986E2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83F12ED-BAE4-BBB9-3AB1-8C2C4D1F8ABB}"/>
              </a:ext>
            </a:extLst>
          </p:cNvPr>
          <p:cNvSpPr txBox="1"/>
          <p:nvPr/>
        </p:nvSpPr>
        <p:spPr>
          <a:xfrm>
            <a:off x="890530" y="1915466"/>
            <a:ext cx="10410939" cy="2443298"/>
          </a:xfrm>
          <a:prstGeom prst="rect">
            <a:avLst/>
          </a:prstGeom>
          <a:noFill/>
        </p:spPr>
        <p:txBody>
          <a:bodyPr wrap="square">
            <a:spAutoFit/>
          </a:bodyPr>
          <a:lstStyle/>
          <a:p>
            <a:pPr marL="457200">
              <a:lnSpc>
                <a:spcPct val="107000"/>
              </a:lnSpc>
            </a:pPr>
            <a:r>
              <a:rPr lang="en-IN" sz="1800" b="1" kern="100" dirty="0">
                <a:effectLst/>
                <a:latin typeface="Times New Roman" panose="02020603050405020304" pitchFamily="18" charset="0"/>
                <a:ea typeface="Calibri" panose="020F0502020204030204" pitchFamily="34" charset="0"/>
                <a:cs typeface="Gautami" panose="020B0502040204020203" pitchFamily="34" charset="0"/>
              </a:rPr>
              <a:t>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marL="457200">
              <a:lnSpc>
                <a:spcPct val="107000"/>
              </a:lnSpc>
            </a:pPr>
            <a:r>
              <a:rPr lang="en-IN" sz="1800" b="1" kern="100" dirty="0">
                <a:effectLst/>
                <a:latin typeface="Times New Roman" panose="02020603050405020304" pitchFamily="18" charset="0"/>
                <a:ea typeface="Calibri" panose="020F0502020204030204" pitchFamily="34" charset="0"/>
                <a:cs typeface="Gautami" panose="020B0502040204020203" pitchFamily="34" charset="0"/>
              </a:rPr>
              <a:t>Base Paper:</a:t>
            </a:r>
          </a:p>
          <a:p>
            <a:pPr marL="457200">
              <a:lnSpc>
                <a:spcPct val="107000"/>
              </a:lnSpc>
            </a:pPr>
            <a:endParaRPr lang="en-IN" sz="1800" b="1" kern="100" dirty="0">
              <a:effectLst/>
              <a:latin typeface="Times New Roman" panose="02020603050405020304" pitchFamily="18" charset="0"/>
              <a:ea typeface="Calibri" panose="020F0502020204030204" pitchFamily="34" charset="0"/>
              <a:cs typeface="Gautami" panose="020B0502040204020203" pitchFamily="34" charset="0"/>
            </a:endParaRPr>
          </a:p>
          <a:p>
            <a:pPr marL="457200">
              <a:lnSpc>
                <a:spcPct val="107000"/>
              </a:lnSpc>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Y. Wankhede, P. Shinde, S. Naik, R. Raut and A. </a:t>
            </a:r>
            <a:r>
              <a:rPr lang="en-IN" sz="1800" kern="100" dirty="0" err="1">
                <a:effectLst/>
                <a:latin typeface="Times New Roman" panose="02020603050405020304" pitchFamily="18" charset="0"/>
                <a:ea typeface="Calibri" panose="020F0502020204030204" pitchFamily="34" charset="0"/>
                <a:cs typeface="Gautami" panose="020B0502040204020203" pitchFamily="34" charset="0"/>
              </a:rPr>
              <a:t>Devkar</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"Diabetic Retinopathy Detection Using Convolutional Neural Network," 2023 7th International Conference On Computing, Communication, Control And Automation (ICCUBEA), Pune, India, 2023, pp. 1-6, doi:10.1109/ICCUBEA58933.2023.10391972</a:t>
            </a:r>
          </a:p>
          <a:p>
            <a:pPr marL="457200">
              <a:lnSpc>
                <a:spcPct val="107000"/>
              </a:lnSpc>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a:t>
            </a:r>
          </a:p>
        </p:txBody>
      </p:sp>
      <p:sp>
        <p:nvSpPr>
          <p:cNvPr id="2" name="TextBox 1">
            <a:extLst>
              <a:ext uri="{FF2B5EF4-FFF2-40B4-BE49-F238E27FC236}">
                <a16:creationId xmlns:a16="http://schemas.microsoft.com/office/drawing/2014/main" id="{0C6A3883-2127-552E-5198-0E7EE8ED024C}"/>
              </a:ext>
            </a:extLst>
          </p:cNvPr>
          <p:cNvSpPr txBox="1"/>
          <p:nvPr/>
        </p:nvSpPr>
        <p:spPr>
          <a:xfrm>
            <a:off x="3867761" y="1392246"/>
            <a:ext cx="4456476" cy="523220"/>
          </a:xfrm>
          <a:prstGeom prst="rect">
            <a:avLst/>
          </a:prstGeom>
          <a:noFill/>
        </p:spPr>
        <p:txBody>
          <a:bodyPr wrap="none" rtlCol="0">
            <a:spAutoFit/>
          </a:bodyPr>
          <a:lstStyle/>
          <a:p>
            <a:pPr algn="r"/>
            <a:r>
              <a:rPr lang="en-IN" sz="2800" b="1" kern="100" dirty="0">
                <a:effectLst/>
                <a:latin typeface="Times New Roman" panose="02020603050405020304" pitchFamily="18" charset="0"/>
                <a:ea typeface="Calibri" panose="020F0502020204030204" pitchFamily="34" charset="0"/>
                <a:cs typeface="Gautami" panose="020B0502040204020203" pitchFamily="34" charset="0"/>
              </a:rPr>
              <a:t> Research papers references</a:t>
            </a:r>
            <a:endParaRPr lang="en-IN" sz="2800" dirty="0"/>
          </a:p>
        </p:txBody>
      </p:sp>
    </p:spTree>
    <p:extLst>
      <p:ext uri="{BB962C8B-B14F-4D97-AF65-F5344CB8AC3E}">
        <p14:creationId xmlns:p14="http://schemas.microsoft.com/office/powerpoint/2010/main" val="9556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ED228-104E-AAA4-7B61-32CB3B7F057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93DF51C-B1BB-B564-7E21-DFDAD7FC6828}"/>
              </a:ext>
            </a:extLst>
          </p:cNvPr>
          <p:cNvSpPr txBox="1"/>
          <p:nvPr/>
        </p:nvSpPr>
        <p:spPr>
          <a:xfrm>
            <a:off x="890530" y="1116123"/>
            <a:ext cx="10410939" cy="4625753"/>
          </a:xfrm>
          <a:prstGeom prst="rect">
            <a:avLst/>
          </a:prstGeom>
          <a:noFill/>
        </p:spPr>
        <p:txBody>
          <a:bodyPr wrap="square">
            <a:spAutoFit/>
          </a:bodyPr>
          <a:lstStyle/>
          <a:p>
            <a:pPr marL="457200">
              <a:lnSpc>
                <a:spcPct val="107000"/>
              </a:lnSpc>
            </a:pPr>
            <a:r>
              <a:rPr lang="en-IN" sz="2000" b="1" kern="100" dirty="0">
                <a:effectLst/>
                <a:latin typeface="Times New Roman" panose="02020603050405020304" pitchFamily="18" charset="0"/>
                <a:ea typeface="Calibri" panose="020F0502020204030204" pitchFamily="34" charset="0"/>
                <a:cs typeface="Gautami" panose="020B0502040204020203" pitchFamily="34" charset="0"/>
              </a:rPr>
              <a:t>Additional References: </a:t>
            </a:r>
          </a:p>
          <a:p>
            <a:pPr marL="457200">
              <a:lnSpc>
                <a:spcPct val="107000"/>
              </a:lnSpc>
            </a:pPr>
            <a:br>
              <a:rPr lang="en-IN" sz="1800" kern="100" dirty="0">
                <a:effectLst/>
                <a:latin typeface="Times New Roman" panose="02020603050405020304" pitchFamily="18" charset="0"/>
                <a:ea typeface="Calibri" panose="020F0502020204030204" pitchFamily="34" charset="0"/>
                <a:cs typeface="Gautami" panose="020B0502040204020203" pitchFamily="34" charset="0"/>
              </a:rPr>
            </a:b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1. Das, D., Biswas, S. K., &amp; Bandyopadhyay, S. (2022). Detection of Diabetic Retinopathy using Convolutional Neural Networks for Feature Extraction and Classification (DRFEC). </a:t>
            </a:r>
            <a:r>
              <a:rPr lang="en-IN" sz="1800" i="1" kern="100" dirty="0">
                <a:effectLst/>
                <a:latin typeface="Times New Roman" panose="02020603050405020304" pitchFamily="18" charset="0"/>
                <a:ea typeface="Calibri" panose="020F0502020204030204" pitchFamily="34" charset="0"/>
                <a:cs typeface="Gautami" panose="020B0502040204020203" pitchFamily="34" charset="0"/>
              </a:rPr>
              <a:t>Multimedia tools and applications</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1–59. Advance online publication. </a:t>
            </a:r>
            <a:r>
              <a:rPr lang="en-IN" sz="1800" u="sng" kern="100" dirty="0">
                <a:solidFill>
                  <a:srgbClr val="0563C1"/>
                </a:solidFill>
                <a:effectLst/>
                <a:latin typeface="Times New Roman" panose="02020603050405020304" pitchFamily="18" charset="0"/>
                <a:ea typeface="Calibri" panose="020F0502020204030204" pitchFamily="34" charset="0"/>
                <a:cs typeface="Gautami" panose="020B0502040204020203" pitchFamily="34" charset="0"/>
                <a:hlinkClick r:id="rId2"/>
              </a:rPr>
              <a:t>https://doi.org/10.1007/s11042-022-14165-4</a:t>
            </a:r>
            <a:endParaRPr lang="en-IN" u="sng" kern="100" dirty="0">
              <a:solidFill>
                <a:srgbClr val="0563C1"/>
              </a:solidFill>
              <a:latin typeface="Calibri" panose="020F0502020204030204" pitchFamily="34" charset="0"/>
              <a:ea typeface="Calibri" panose="020F0502020204030204" pitchFamily="34" charset="0"/>
              <a:cs typeface="Gautami" panose="020B0502040204020203" pitchFamily="34" charset="0"/>
            </a:endParaRPr>
          </a:p>
          <a:p>
            <a:pPr marL="457200">
              <a:lnSpc>
                <a:spcPct val="107000"/>
              </a:lnSpc>
            </a:pPr>
            <a:endParaRPr lang="en-IN" kern="100" dirty="0">
              <a:latin typeface="Times New Roman" panose="02020603050405020304" pitchFamily="18" charset="0"/>
              <a:ea typeface="Calibri" panose="020F0502020204030204" pitchFamily="34" charset="0"/>
              <a:cs typeface="Gautami" panose="020B0502040204020203" pitchFamily="34" charset="0"/>
            </a:endParaRPr>
          </a:p>
          <a:p>
            <a:pPr marL="457200">
              <a:lnSpc>
                <a:spcPct val="107000"/>
              </a:lnSpc>
            </a:pPr>
            <a:r>
              <a:rPr lang="en-IN" kern="100" dirty="0">
                <a:latin typeface="Times New Roman" panose="02020603050405020304" pitchFamily="18" charset="0"/>
                <a:ea typeface="Calibri" panose="020F0502020204030204" pitchFamily="34" charset="0"/>
                <a:cs typeface="Gautami" panose="020B0502040204020203" pitchFamily="34" charset="0"/>
              </a:rPr>
              <a:t>2</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Moin, K., Shrivastava, M., Mishra, A., Jena, L., Nayak, S. (2023). Diabetic Retinopathy Detection Using CNN Model. In: </a:t>
            </a:r>
            <a:r>
              <a:rPr lang="en-IN" sz="1800" kern="100" dirty="0" err="1">
                <a:effectLst/>
                <a:latin typeface="Times New Roman" panose="02020603050405020304" pitchFamily="18" charset="0"/>
                <a:ea typeface="Calibri" panose="020F0502020204030204" pitchFamily="34" charset="0"/>
                <a:cs typeface="Gautami" panose="020B0502040204020203" pitchFamily="34" charset="0"/>
              </a:rPr>
              <a:t>Swarnkar</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T., Patnaik, S., Mitra, P., Misra, S., Mishra, M. (eds) Ambient Intelligence in Health Care. Smart Innovation, Systems and Technologies, vol 317. Springer, Singapore. </a:t>
            </a:r>
            <a:r>
              <a:rPr lang="en-IN" sz="1800" u="sng" kern="100" dirty="0">
                <a:solidFill>
                  <a:srgbClr val="0563C1"/>
                </a:solidFill>
                <a:effectLst/>
                <a:latin typeface="Times New Roman" panose="02020603050405020304" pitchFamily="18" charset="0"/>
                <a:ea typeface="Calibri" panose="020F0502020204030204" pitchFamily="34" charset="0"/>
                <a:cs typeface="Gautami" panose="020B0502040204020203" pitchFamily="34" charset="0"/>
                <a:hlinkClick r:id="rId3"/>
              </a:rPr>
              <a:t>https://doi.org/10.1007/978-981-19-6068-0_13</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marL="457200">
              <a:lnSpc>
                <a:spcPct val="107000"/>
              </a:lnSpc>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marL="457200">
              <a:lnSpc>
                <a:spcPct val="107000"/>
              </a:lnSpc>
              <a:spcAft>
                <a:spcPts val="800"/>
              </a:spcAft>
            </a:pPr>
            <a:r>
              <a:rPr lang="en-IN" kern="100" dirty="0">
                <a:latin typeface="Times New Roman" panose="02020603050405020304" pitchFamily="18" charset="0"/>
                <a:ea typeface="Calibri" panose="020F0502020204030204" pitchFamily="34" charset="0"/>
                <a:cs typeface="Gautami" panose="020B0502040204020203" pitchFamily="34" charset="0"/>
              </a:rPr>
              <a:t>3</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a:t>
            </a:r>
            <a:r>
              <a:rPr lang="en-IN" sz="1800" kern="100" dirty="0" err="1">
                <a:effectLst/>
                <a:latin typeface="Times New Roman" panose="02020603050405020304" pitchFamily="18" charset="0"/>
                <a:ea typeface="Calibri" panose="020F0502020204030204" pitchFamily="34" charset="0"/>
                <a:cs typeface="Gautami" panose="020B0502040204020203" pitchFamily="34" charset="0"/>
              </a:rPr>
              <a:t>Suedumrong</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C., </a:t>
            </a:r>
            <a:r>
              <a:rPr lang="en-IN" sz="1800" kern="100" dirty="0" err="1">
                <a:effectLst/>
                <a:latin typeface="Times New Roman" panose="02020603050405020304" pitchFamily="18" charset="0"/>
                <a:ea typeface="Calibri" panose="020F0502020204030204" pitchFamily="34" charset="0"/>
                <a:cs typeface="Gautami" panose="020B0502040204020203" pitchFamily="34" charset="0"/>
              </a:rPr>
              <a:t>Phongmoo</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S., </a:t>
            </a:r>
            <a:r>
              <a:rPr lang="en-IN" sz="1800" kern="100" dirty="0" err="1">
                <a:effectLst/>
                <a:latin typeface="Times New Roman" panose="02020603050405020304" pitchFamily="18" charset="0"/>
                <a:ea typeface="Calibri" panose="020F0502020204030204" pitchFamily="34" charset="0"/>
                <a:cs typeface="Gautami" panose="020B0502040204020203" pitchFamily="34" charset="0"/>
              </a:rPr>
              <a:t>Akarajaka</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T., &amp; </a:t>
            </a:r>
            <a:r>
              <a:rPr lang="en-IN" sz="1800" kern="100" dirty="0" err="1">
                <a:effectLst/>
                <a:latin typeface="Times New Roman" panose="02020603050405020304" pitchFamily="18" charset="0"/>
                <a:ea typeface="Calibri" panose="020F0502020204030204" pitchFamily="34" charset="0"/>
                <a:cs typeface="Gautami" panose="020B0502040204020203" pitchFamily="34" charset="0"/>
              </a:rPr>
              <a:t>Leksakul</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K. (2024). Diabetic Retinopathy Detection Using Convolutional Neural Networks with Background Removal, and Data Augmentation. </a:t>
            </a:r>
            <a:r>
              <a:rPr lang="en-IN" sz="1800" i="1" kern="100" dirty="0">
                <a:effectLst/>
                <a:latin typeface="Times New Roman" panose="02020603050405020304" pitchFamily="18" charset="0"/>
                <a:ea typeface="Calibri" panose="020F0502020204030204" pitchFamily="34" charset="0"/>
                <a:cs typeface="Gautami" panose="020B0502040204020203" pitchFamily="34" charset="0"/>
              </a:rPr>
              <a:t>Applied Sciences</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a:t>
            </a:r>
            <a:r>
              <a:rPr lang="en-IN" sz="1800" i="1" kern="100" dirty="0">
                <a:effectLst/>
                <a:latin typeface="Times New Roman" panose="02020603050405020304" pitchFamily="18" charset="0"/>
                <a:ea typeface="Calibri" panose="020F0502020204030204" pitchFamily="34" charset="0"/>
                <a:cs typeface="Gautami" panose="020B0502040204020203" pitchFamily="34" charset="0"/>
              </a:rPr>
              <a:t>14</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(19), 8823. </a:t>
            </a:r>
            <a:r>
              <a:rPr lang="en-IN" sz="1800" u="sng" kern="100" dirty="0">
                <a:solidFill>
                  <a:srgbClr val="0563C1"/>
                </a:solidFill>
                <a:effectLst/>
                <a:latin typeface="Times New Roman" panose="02020603050405020304" pitchFamily="18" charset="0"/>
                <a:ea typeface="Calibri" panose="020F0502020204030204" pitchFamily="34" charset="0"/>
                <a:cs typeface="Gautami" panose="020B0502040204020203" pitchFamily="34" charset="0"/>
                <a:hlinkClick r:id="rId4"/>
              </a:rPr>
              <a:t>https://doi.org/10.3390/app14198823</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marL="457200">
              <a:lnSpc>
                <a:spcPct val="107000"/>
              </a:lnSpc>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2950864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E802913-BA7A-421A-0D02-A2460C33163E}"/>
              </a:ext>
            </a:extLst>
          </p:cNvPr>
          <p:cNvGraphicFramePr>
            <a:graphicFrameLocks noGrp="1"/>
          </p:cNvGraphicFramePr>
          <p:nvPr>
            <p:extLst>
              <p:ext uri="{D42A27DB-BD31-4B8C-83A1-F6EECF244321}">
                <p14:modId xmlns:p14="http://schemas.microsoft.com/office/powerpoint/2010/main" val="383923546"/>
              </p:ext>
            </p:extLst>
          </p:nvPr>
        </p:nvGraphicFramePr>
        <p:xfrm>
          <a:off x="3024742" y="1612032"/>
          <a:ext cx="6142516" cy="3995552"/>
        </p:xfrm>
        <a:graphic>
          <a:graphicData uri="http://schemas.openxmlformats.org/drawingml/2006/table">
            <a:tbl>
              <a:tblPr firstRow="1" bandRow="1">
                <a:tableStyleId>{BC89EF96-8CEA-46FF-86C4-4CE0E7609802}</a:tableStyleId>
              </a:tblPr>
              <a:tblGrid>
                <a:gridCol w="3071258">
                  <a:extLst>
                    <a:ext uri="{9D8B030D-6E8A-4147-A177-3AD203B41FA5}">
                      <a16:colId xmlns:a16="http://schemas.microsoft.com/office/drawing/2014/main" val="4293233036"/>
                    </a:ext>
                  </a:extLst>
                </a:gridCol>
                <a:gridCol w="3071258">
                  <a:extLst>
                    <a:ext uri="{9D8B030D-6E8A-4147-A177-3AD203B41FA5}">
                      <a16:colId xmlns:a16="http://schemas.microsoft.com/office/drawing/2014/main" val="3994770714"/>
                    </a:ext>
                  </a:extLst>
                </a:gridCol>
              </a:tblGrid>
              <a:tr h="998888">
                <a:tc>
                  <a:txBody>
                    <a:bodyPr/>
                    <a:lstStyle/>
                    <a:p>
                      <a:pPr algn="ctr">
                        <a:lnSpc>
                          <a:spcPct val="150000"/>
                        </a:lnSpc>
                        <a:spcAft>
                          <a:spcPts val="800"/>
                        </a:spcAft>
                      </a:pPr>
                      <a:r>
                        <a:rPr lang="en-IN" sz="1800" b="0" kern="100" dirty="0">
                          <a:effectLst/>
                          <a:latin typeface="Times New Roman" panose="02020603050405020304" pitchFamily="18" charset="0"/>
                          <a:ea typeface="Calibri" panose="020F0502020204030204" pitchFamily="34" charset="0"/>
                          <a:cs typeface="Gautami" panose="020B0502040204020203" pitchFamily="34" charset="0"/>
                        </a:rPr>
                        <a:t>Feb 1</a:t>
                      </a:r>
                      <a:r>
                        <a:rPr lang="en-IN" sz="1800" b="0" kern="100" baseline="30000" dirty="0">
                          <a:effectLst/>
                          <a:latin typeface="Times New Roman" panose="02020603050405020304" pitchFamily="18" charset="0"/>
                          <a:ea typeface="Calibri" panose="020F0502020204030204" pitchFamily="34" charset="0"/>
                          <a:cs typeface="Gautami" panose="020B0502040204020203" pitchFamily="34" charset="0"/>
                        </a:rPr>
                        <a:t>st</a:t>
                      </a:r>
                      <a:r>
                        <a:rPr lang="en-IN" sz="1800" b="0" kern="100" dirty="0">
                          <a:effectLst/>
                          <a:latin typeface="Times New Roman" panose="02020603050405020304" pitchFamily="18" charset="0"/>
                          <a:ea typeface="Calibri" panose="020F0502020204030204" pitchFamily="34" charset="0"/>
                          <a:cs typeface="Gautami" panose="020B0502040204020203" pitchFamily="34" charset="0"/>
                        </a:rPr>
                        <a:t> 2025</a:t>
                      </a:r>
                      <a:endParaRPr lang="en-IN" sz="1800" b="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tc>
                <a:tc>
                  <a:txBody>
                    <a:bodyPr/>
                    <a:lstStyle/>
                    <a:p>
                      <a:pPr algn="ctr">
                        <a:lnSpc>
                          <a:spcPct val="150000"/>
                        </a:lnSpc>
                        <a:spcAft>
                          <a:spcPts val="800"/>
                        </a:spcAft>
                      </a:pPr>
                      <a:r>
                        <a:rPr lang="en-IN" sz="1800" b="0" kern="100">
                          <a:effectLst/>
                          <a:latin typeface="Times New Roman" panose="02020603050405020304" pitchFamily="18" charset="0"/>
                          <a:ea typeface="Calibri" panose="020F0502020204030204" pitchFamily="34" charset="0"/>
                          <a:cs typeface="Gautami" panose="020B0502040204020203" pitchFamily="34" charset="0"/>
                        </a:rPr>
                        <a:t>Problem definition, data collection and research</a:t>
                      </a:r>
                      <a:endParaRPr lang="en-IN" sz="1800" b="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tc>
                <a:extLst>
                  <a:ext uri="{0D108BD9-81ED-4DB2-BD59-A6C34878D82A}">
                    <a16:rowId xmlns:a16="http://schemas.microsoft.com/office/drawing/2014/main" val="1941052531"/>
                  </a:ext>
                </a:extLst>
              </a:tr>
              <a:tr h="998888">
                <a:tc>
                  <a:txBody>
                    <a:bodyPr/>
                    <a:lstStyle/>
                    <a:p>
                      <a:pPr algn="ctr">
                        <a:lnSpc>
                          <a:spcPct val="150000"/>
                        </a:lnSpc>
                        <a:spcAft>
                          <a:spcPts val="800"/>
                        </a:spcAft>
                      </a:pPr>
                      <a:r>
                        <a:rPr lang="en-IN" sz="1800" b="0" kern="100" dirty="0">
                          <a:effectLst/>
                          <a:latin typeface="Times New Roman" panose="02020603050405020304" pitchFamily="18" charset="0"/>
                          <a:ea typeface="Calibri" panose="020F0502020204030204" pitchFamily="34" charset="0"/>
                          <a:cs typeface="Gautami" panose="020B0502040204020203" pitchFamily="34" charset="0"/>
                        </a:rPr>
                        <a:t>Feb 22</a:t>
                      </a:r>
                      <a:r>
                        <a:rPr lang="en-IN" sz="1800" b="0" kern="100" baseline="30000" dirty="0">
                          <a:effectLst/>
                          <a:latin typeface="Times New Roman" panose="02020603050405020304" pitchFamily="18" charset="0"/>
                          <a:ea typeface="Calibri" panose="020F0502020204030204" pitchFamily="34" charset="0"/>
                          <a:cs typeface="Gautami" panose="020B0502040204020203" pitchFamily="34" charset="0"/>
                        </a:rPr>
                        <a:t>nd</a:t>
                      </a:r>
                      <a:r>
                        <a:rPr lang="en-IN" sz="1800" b="0" kern="100" dirty="0">
                          <a:effectLst/>
                          <a:latin typeface="Times New Roman" panose="02020603050405020304" pitchFamily="18" charset="0"/>
                          <a:ea typeface="Calibri" panose="020F0502020204030204" pitchFamily="34" charset="0"/>
                          <a:cs typeface="Gautami" panose="020B0502040204020203" pitchFamily="34" charset="0"/>
                        </a:rPr>
                        <a:t> 2025</a:t>
                      </a:r>
                      <a:endParaRPr lang="en-IN" sz="1800" b="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tc>
                <a:tc>
                  <a:txBody>
                    <a:bodyPr/>
                    <a:lstStyle/>
                    <a:p>
                      <a:pPr algn="ctr">
                        <a:lnSpc>
                          <a:spcPct val="150000"/>
                        </a:lnSpc>
                        <a:spcAft>
                          <a:spcPts val="800"/>
                        </a:spcAft>
                      </a:pPr>
                      <a:r>
                        <a:rPr lang="en-IN" sz="1800" b="0" kern="100" dirty="0">
                          <a:effectLst/>
                          <a:latin typeface="Times New Roman" panose="02020603050405020304" pitchFamily="18" charset="0"/>
                          <a:ea typeface="Calibri" panose="020F0502020204030204" pitchFamily="34" charset="0"/>
                          <a:cs typeface="Gautami" panose="020B0502040204020203" pitchFamily="34" charset="0"/>
                        </a:rPr>
                        <a:t>Data cleaning and data preprocessing</a:t>
                      </a:r>
                      <a:endParaRPr lang="en-IN" sz="1800" b="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tc>
                <a:extLst>
                  <a:ext uri="{0D108BD9-81ED-4DB2-BD59-A6C34878D82A}">
                    <a16:rowId xmlns:a16="http://schemas.microsoft.com/office/drawing/2014/main" val="2362072081"/>
                  </a:ext>
                </a:extLst>
              </a:tr>
              <a:tr h="998888">
                <a:tc>
                  <a:txBody>
                    <a:bodyPr/>
                    <a:lstStyle/>
                    <a:p>
                      <a:pPr algn="ctr">
                        <a:lnSpc>
                          <a:spcPct val="150000"/>
                        </a:lnSpc>
                        <a:spcAft>
                          <a:spcPts val="800"/>
                        </a:spcAft>
                      </a:pPr>
                      <a:r>
                        <a:rPr lang="en-IN" sz="1800" b="0" kern="100">
                          <a:effectLst/>
                          <a:latin typeface="Times New Roman" panose="02020603050405020304" pitchFamily="18" charset="0"/>
                          <a:ea typeface="Calibri" panose="020F0502020204030204" pitchFamily="34" charset="0"/>
                          <a:cs typeface="Gautami" panose="020B0502040204020203" pitchFamily="34" charset="0"/>
                        </a:rPr>
                        <a:t>March 29</a:t>
                      </a:r>
                      <a:r>
                        <a:rPr lang="en-IN" sz="1800" b="0" kern="100" baseline="30000">
                          <a:effectLst/>
                          <a:latin typeface="Times New Roman" panose="02020603050405020304" pitchFamily="18" charset="0"/>
                          <a:ea typeface="Calibri" panose="020F0502020204030204" pitchFamily="34" charset="0"/>
                          <a:cs typeface="Gautami" panose="020B0502040204020203" pitchFamily="34" charset="0"/>
                        </a:rPr>
                        <a:t>th</a:t>
                      </a:r>
                      <a:r>
                        <a:rPr lang="en-IN" sz="1800" b="0" kern="100">
                          <a:effectLst/>
                          <a:latin typeface="Times New Roman" panose="02020603050405020304" pitchFamily="18" charset="0"/>
                          <a:ea typeface="Calibri" panose="020F0502020204030204" pitchFamily="34" charset="0"/>
                          <a:cs typeface="Gautami" panose="020B0502040204020203" pitchFamily="34" charset="0"/>
                        </a:rPr>
                        <a:t> 2025</a:t>
                      </a:r>
                      <a:endParaRPr lang="en-IN" sz="1800" b="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tc>
                <a:tc>
                  <a:txBody>
                    <a:bodyPr/>
                    <a:lstStyle/>
                    <a:p>
                      <a:pPr algn="ctr">
                        <a:lnSpc>
                          <a:spcPct val="150000"/>
                        </a:lnSpc>
                        <a:spcAft>
                          <a:spcPts val="800"/>
                        </a:spcAft>
                      </a:pPr>
                      <a:r>
                        <a:rPr lang="en-IN" sz="1800" b="0" kern="100" dirty="0">
                          <a:effectLst/>
                          <a:latin typeface="Times New Roman" panose="02020603050405020304" pitchFamily="18" charset="0"/>
                          <a:ea typeface="Calibri" panose="020F0502020204030204" pitchFamily="34" charset="0"/>
                          <a:cs typeface="Gautami" panose="020B0502040204020203" pitchFamily="34" charset="0"/>
                        </a:rPr>
                        <a:t>Training of the model</a:t>
                      </a:r>
                      <a:endParaRPr lang="en-IN" sz="1800" b="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tc>
                <a:extLst>
                  <a:ext uri="{0D108BD9-81ED-4DB2-BD59-A6C34878D82A}">
                    <a16:rowId xmlns:a16="http://schemas.microsoft.com/office/drawing/2014/main" val="2669313561"/>
                  </a:ext>
                </a:extLst>
              </a:tr>
              <a:tr h="998888">
                <a:tc>
                  <a:txBody>
                    <a:bodyPr/>
                    <a:lstStyle/>
                    <a:p>
                      <a:pPr algn="ctr">
                        <a:lnSpc>
                          <a:spcPct val="150000"/>
                        </a:lnSpc>
                        <a:spcAft>
                          <a:spcPts val="800"/>
                        </a:spcAft>
                      </a:pPr>
                      <a:r>
                        <a:rPr lang="en-IN" sz="1800" b="0" kern="100" dirty="0">
                          <a:effectLst/>
                          <a:latin typeface="Times New Roman" panose="02020603050405020304" pitchFamily="18" charset="0"/>
                          <a:ea typeface="Calibri" panose="020F0502020204030204" pitchFamily="34" charset="0"/>
                          <a:cs typeface="Gautami" panose="020B0502040204020203" pitchFamily="34" charset="0"/>
                        </a:rPr>
                        <a:t>April 19</a:t>
                      </a:r>
                      <a:r>
                        <a:rPr lang="en-IN" sz="1800" b="0" kern="100" baseline="30000" dirty="0">
                          <a:effectLst/>
                          <a:latin typeface="Times New Roman" panose="02020603050405020304" pitchFamily="18" charset="0"/>
                          <a:ea typeface="Calibri" panose="020F0502020204030204" pitchFamily="34" charset="0"/>
                          <a:cs typeface="Gautami" panose="020B0502040204020203" pitchFamily="34" charset="0"/>
                        </a:rPr>
                        <a:t>th</a:t>
                      </a:r>
                      <a:r>
                        <a:rPr lang="en-IN" sz="1800" b="0" kern="100" dirty="0">
                          <a:effectLst/>
                          <a:latin typeface="Times New Roman" panose="02020603050405020304" pitchFamily="18" charset="0"/>
                          <a:ea typeface="Calibri" panose="020F0502020204030204" pitchFamily="34" charset="0"/>
                          <a:cs typeface="Gautami" panose="020B0502040204020203" pitchFamily="34" charset="0"/>
                        </a:rPr>
                        <a:t> 2025</a:t>
                      </a:r>
                      <a:endParaRPr lang="en-IN" sz="1800" b="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tc>
                <a:tc>
                  <a:txBody>
                    <a:bodyPr/>
                    <a:lstStyle/>
                    <a:p>
                      <a:pPr algn="ctr">
                        <a:lnSpc>
                          <a:spcPct val="150000"/>
                        </a:lnSpc>
                        <a:spcAft>
                          <a:spcPts val="800"/>
                        </a:spcAft>
                      </a:pPr>
                      <a:r>
                        <a:rPr lang="en-IN" sz="1800" b="0" kern="100" dirty="0">
                          <a:effectLst/>
                          <a:latin typeface="Times New Roman" panose="02020603050405020304" pitchFamily="18" charset="0"/>
                          <a:ea typeface="Calibri" panose="020F0502020204030204" pitchFamily="34" charset="0"/>
                          <a:cs typeface="Gautami" panose="020B0502040204020203" pitchFamily="34" charset="0"/>
                        </a:rPr>
                        <a:t>Testing and evaluation</a:t>
                      </a:r>
                      <a:endParaRPr lang="en-IN" sz="1800" b="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tc>
                <a:extLst>
                  <a:ext uri="{0D108BD9-81ED-4DB2-BD59-A6C34878D82A}">
                    <a16:rowId xmlns:a16="http://schemas.microsoft.com/office/drawing/2014/main" val="3852017636"/>
                  </a:ext>
                </a:extLst>
              </a:tr>
            </a:tbl>
          </a:graphicData>
        </a:graphic>
      </p:graphicFrame>
      <p:sp>
        <p:nvSpPr>
          <p:cNvPr id="5" name="TextBox 4">
            <a:extLst>
              <a:ext uri="{FF2B5EF4-FFF2-40B4-BE49-F238E27FC236}">
                <a16:creationId xmlns:a16="http://schemas.microsoft.com/office/drawing/2014/main" id="{C819B2B0-E727-DF8B-5977-A967078CFB05}"/>
              </a:ext>
            </a:extLst>
          </p:cNvPr>
          <p:cNvSpPr txBox="1"/>
          <p:nvPr/>
        </p:nvSpPr>
        <p:spPr>
          <a:xfrm>
            <a:off x="5329636" y="1050361"/>
            <a:ext cx="1532727" cy="523220"/>
          </a:xfrm>
          <a:prstGeom prst="rect">
            <a:avLst/>
          </a:prstGeom>
          <a:noFill/>
        </p:spPr>
        <p:txBody>
          <a:bodyPr wrap="none" rtlCol="0">
            <a:spAutoFit/>
          </a:bodyPr>
          <a:lstStyle/>
          <a:p>
            <a:pPr algn="ctr"/>
            <a:r>
              <a:rPr lang="en-GB" sz="2800" b="1" dirty="0">
                <a:latin typeface="Times New Roman" panose="02020603050405020304" pitchFamily="18" charset="0"/>
                <a:cs typeface="Times New Roman" panose="02020603050405020304" pitchFamily="18" charset="0"/>
              </a:rPr>
              <a:t>Timeline</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2203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a:extLst>
              <a:ext uri="{FF2B5EF4-FFF2-40B4-BE49-F238E27FC236}">
                <a16:creationId xmlns:a16="http://schemas.microsoft.com/office/drawing/2014/main" id="{D83F12ED-BAE4-BBB9-3AB1-8C2C4D1F8ABB}"/>
              </a:ext>
            </a:extLst>
          </p:cNvPr>
          <p:cNvSpPr txBox="1"/>
          <p:nvPr/>
        </p:nvSpPr>
        <p:spPr>
          <a:xfrm>
            <a:off x="647481" y="2100863"/>
            <a:ext cx="6094165" cy="273966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42950" indent="-285750">
              <a:lnSpc>
                <a:spcPct val="107000"/>
              </a:lnSpc>
              <a:buFont typeface="Arial" panose="020B0604020202020204" pitchFamily="34" charset="0"/>
              <a:buChar char="•"/>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Pandas</a:t>
            </a:r>
            <a:endParaRPr lang="en-IN" kern="100" dirty="0">
              <a:latin typeface="Times New Roman" panose="02020603050405020304" pitchFamily="18" charset="0"/>
              <a:ea typeface="Calibri" panose="020F0502020204030204" pitchFamily="34" charset="0"/>
              <a:cs typeface="Gautami" panose="020B0502040204020203" pitchFamily="34" charset="0"/>
            </a:endParaRPr>
          </a:p>
          <a:p>
            <a:pPr marL="742950" indent="-285750">
              <a:lnSpc>
                <a:spcPct val="107000"/>
              </a:lnSpc>
              <a:buFont typeface="Arial" panose="020B0604020202020204" pitchFamily="34" charset="0"/>
              <a:buChar char="•"/>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NumPy</a:t>
            </a:r>
          </a:p>
          <a:p>
            <a:pPr marL="742950" indent="-285750">
              <a:lnSpc>
                <a:spcPct val="107000"/>
              </a:lnSpc>
              <a:buFont typeface="Arial" panose="020B0604020202020204" pitchFamily="34" charset="0"/>
              <a:buChar char="•"/>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TensorFlow</a:t>
            </a:r>
          </a:p>
          <a:p>
            <a:pPr marL="742950" indent="-285750">
              <a:lnSpc>
                <a:spcPct val="107000"/>
              </a:lnSpc>
              <a:buFont typeface="Arial" panose="020B0604020202020204" pitchFamily="34" charset="0"/>
              <a:buChar char="•"/>
            </a:pPr>
            <a:r>
              <a:rPr lang="en-IN" sz="1800" kern="100" dirty="0" err="1">
                <a:effectLst/>
                <a:latin typeface="Times New Roman" panose="02020603050405020304" pitchFamily="18" charset="0"/>
                <a:ea typeface="Calibri" panose="020F0502020204030204" pitchFamily="34" charset="0"/>
                <a:cs typeface="Gautami" panose="020B0502040204020203" pitchFamily="34" charset="0"/>
              </a:rPr>
              <a:t>Keras</a:t>
            </a:r>
            <a:endParaRPr lang="en-IN" kern="100" dirty="0">
              <a:latin typeface="Times New Roman" panose="02020603050405020304" pitchFamily="18" charset="0"/>
              <a:ea typeface="Calibri" panose="020F0502020204030204" pitchFamily="34" charset="0"/>
              <a:cs typeface="Gautami" panose="020B0502040204020203" pitchFamily="34" charset="0"/>
            </a:endParaRPr>
          </a:p>
          <a:p>
            <a:pPr marL="742950" indent="-285750">
              <a:lnSpc>
                <a:spcPct val="107000"/>
              </a:lnSpc>
              <a:buFont typeface="Arial" panose="020B0604020202020204" pitchFamily="34" charset="0"/>
              <a:buChar char="•"/>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Matplotlib</a:t>
            </a:r>
          </a:p>
          <a:p>
            <a:pPr marL="742950" indent="-285750">
              <a:lnSpc>
                <a:spcPct val="107000"/>
              </a:lnSpc>
              <a:buFont typeface="Arial" panose="020B0604020202020204" pitchFamily="34" charset="0"/>
              <a:buChar char="•"/>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PIL(Pillow)</a:t>
            </a:r>
            <a:endParaRPr lang="en-IN" kern="100" dirty="0">
              <a:latin typeface="Times New Roman" panose="02020603050405020304" pitchFamily="18" charset="0"/>
              <a:ea typeface="Calibri" panose="020F0502020204030204" pitchFamily="34" charset="0"/>
              <a:cs typeface="Gautami" panose="020B0502040204020203" pitchFamily="34" charset="0"/>
            </a:endParaRPr>
          </a:p>
          <a:p>
            <a:pPr marL="742950" indent="-285750">
              <a:lnSpc>
                <a:spcPct val="107000"/>
              </a:lnSpc>
              <a:buFont typeface="Arial" panose="020B0604020202020204" pitchFamily="34" charset="0"/>
              <a:buChar char="•"/>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Seaborn</a:t>
            </a:r>
          </a:p>
          <a:p>
            <a:pPr marL="742950" indent="-285750">
              <a:lnSpc>
                <a:spcPct val="107000"/>
              </a:lnSpc>
              <a:buFont typeface="Arial" panose="020B0604020202020204" pitchFamily="34" charset="0"/>
              <a:buChar char="•"/>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TensorFlow</a:t>
            </a:r>
          </a:p>
          <a:p>
            <a:pPr marL="457200">
              <a:lnSpc>
                <a:spcPct val="107000"/>
              </a:lnSpc>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a:t>
            </a:r>
          </a:p>
        </p:txBody>
      </p:sp>
      <p:sp>
        <p:nvSpPr>
          <p:cNvPr id="5" name="TextBox 1">
            <a:extLst>
              <a:ext uri="{FF2B5EF4-FFF2-40B4-BE49-F238E27FC236}">
                <a16:creationId xmlns:a16="http://schemas.microsoft.com/office/drawing/2014/main" id="{0C6A3883-2127-552E-5198-0E7EE8ED024C}"/>
              </a:ext>
            </a:extLst>
          </p:cNvPr>
          <p:cNvSpPr txBox="1"/>
          <p:nvPr/>
        </p:nvSpPr>
        <p:spPr>
          <a:xfrm>
            <a:off x="4892786" y="1231459"/>
            <a:ext cx="2406428" cy="52322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800" b="1" kern="100" dirty="0">
                <a:latin typeface="Times New Roman" panose="02020603050405020304" pitchFamily="18" charset="0"/>
                <a:ea typeface="Calibri" panose="020F0502020204030204" pitchFamily="34" charset="0"/>
                <a:cs typeface="Gautami" panose="020B0502040204020203" pitchFamily="34" charset="0"/>
              </a:rPr>
              <a:t>Libraries used</a:t>
            </a:r>
            <a:endParaRPr lang="en-IN" sz="2800" dirty="0"/>
          </a:p>
        </p:txBody>
      </p:sp>
      <p:pic>
        <p:nvPicPr>
          <p:cNvPr id="2" name="Picture 1">
            <a:extLst>
              <a:ext uri="{FF2B5EF4-FFF2-40B4-BE49-F238E27FC236}">
                <a16:creationId xmlns:a16="http://schemas.microsoft.com/office/drawing/2014/main" id="{3E369634-CEF1-9D40-41C1-0335FA0758CF}"/>
              </a:ext>
            </a:extLst>
          </p:cNvPr>
          <p:cNvPicPr>
            <a:picLocks noChangeAspect="1"/>
          </p:cNvPicPr>
          <p:nvPr/>
        </p:nvPicPr>
        <p:blipFill>
          <a:blip r:embed="rId2"/>
          <a:stretch>
            <a:fillRect/>
          </a:stretch>
        </p:blipFill>
        <p:spPr>
          <a:xfrm>
            <a:off x="4892786" y="2100863"/>
            <a:ext cx="6382078" cy="3264068"/>
          </a:xfrm>
          <a:prstGeom prst="rect">
            <a:avLst/>
          </a:prstGeom>
        </p:spPr>
      </p:pic>
    </p:spTree>
    <p:extLst>
      <p:ext uri="{BB962C8B-B14F-4D97-AF65-F5344CB8AC3E}">
        <p14:creationId xmlns:p14="http://schemas.microsoft.com/office/powerpoint/2010/main" val="3977460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94BD16BA-A53E-71A4-AF2C-F25008B0AB2D}"/>
              </a:ext>
            </a:extLst>
          </p:cNvPr>
          <p:cNvSpPr txBox="1"/>
          <p:nvPr/>
        </p:nvSpPr>
        <p:spPr>
          <a:xfrm>
            <a:off x="4001580" y="1107917"/>
            <a:ext cx="4188839" cy="52322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800" b="1" kern="100" dirty="0">
                <a:effectLst/>
                <a:latin typeface="Times New Roman" panose="02020603050405020304" pitchFamily="18" charset="0"/>
                <a:ea typeface="Calibri" panose="020F0502020204030204" pitchFamily="34" charset="0"/>
                <a:cs typeface="Gautami" panose="020B0502040204020203" pitchFamily="34" charset="0"/>
              </a:rPr>
              <a:t> </a:t>
            </a:r>
            <a:r>
              <a:rPr lang="en-IN" sz="2800" b="1" kern="100" dirty="0">
                <a:latin typeface="Times New Roman" panose="02020603050405020304" pitchFamily="18" charset="0"/>
                <a:ea typeface="Calibri" panose="020F0502020204030204" pitchFamily="34" charset="0"/>
                <a:cs typeface="Gautami" panose="020B0502040204020203" pitchFamily="34" charset="0"/>
              </a:rPr>
              <a:t>Data Preparation Process</a:t>
            </a:r>
            <a:endParaRPr lang="en-IN" sz="2800" dirty="0"/>
          </a:p>
        </p:txBody>
      </p:sp>
      <p:sp>
        <p:nvSpPr>
          <p:cNvPr id="7" name="TextBox 5">
            <a:extLst>
              <a:ext uri="{FF2B5EF4-FFF2-40B4-BE49-F238E27FC236}">
                <a16:creationId xmlns:a16="http://schemas.microsoft.com/office/drawing/2014/main" id="{2C78508B-959F-3AFC-F935-B830727D85E9}"/>
              </a:ext>
            </a:extLst>
          </p:cNvPr>
          <p:cNvSpPr txBox="1"/>
          <p:nvPr/>
        </p:nvSpPr>
        <p:spPr>
          <a:xfrm>
            <a:off x="1335521" y="2503714"/>
            <a:ext cx="6097712" cy="185057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00100" indent="-342900">
              <a:lnSpc>
                <a:spcPct val="107000"/>
              </a:lnSpc>
              <a:buAutoNum type="arabicPeriod"/>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Data Collection</a:t>
            </a:r>
            <a:endParaRPr lang="en-IN" kern="100" dirty="0">
              <a:latin typeface="Times New Roman" panose="02020603050405020304" pitchFamily="18" charset="0"/>
              <a:ea typeface="Calibri" panose="020F0502020204030204" pitchFamily="34" charset="0"/>
              <a:cs typeface="Gautami" panose="020B0502040204020203" pitchFamily="34" charset="0"/>
            </a:endParaRPr>
          </a:p>
          <a:p>
            <a:pPr marL="800100" indent="-342900">
              <a:lnSpc>
                <a:spcPct val="107000"/>
              </a:lnSpc>
              <a:buAutoNum type="arabicPeriod"/>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Data Visualization</a:t>
            </a:r>
          </a:p>
          <a:p>
            <a:pPr marL="800100" indent="-342900">
              <a:lnSpc>
                <a:spcPct val="107000"/>
              </a:lnSpc>
              <a:buAutoNum type="arabicPeriod"/>
            </a:pPr>
            <a:r>
              <a:rPr lang="en-IN" kern="100" dirty="0">
                <a:latin typeface="Times New Roman" panose="02020603050405020304" pitchFamily="18" charset="0"/>
                <a:ea typeface="Calibri" panose="020F0502020204030204" pitchFamily="34" charset="0"/>
                <a:cs typeface="Gautami" panose="020B0502040204020203" pitchFamily="34" charset="0"/>
              </a:rPr>
              <a:t>Data Transformation</a:t>
            </a:r>
          </a:p>
          <a:p>
            <a:pPr marL="800100" indent="-342900">
              <a:lnSpc>
                <a:spcPct val="107000"/>
              </a:lnSpc>
              <a:buAutoNum type="arabicPeriod"/>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Data Cleaning</a:t>
            </a:r>
          </a:p>
          <a:p>
            <a:pPr marL="800100" indent="-342900">
              <a:lnSpc>
                <a:spcPct val="107000"/>
              </a:lnSpc>
              <a:buAutoNum type="arabicPeriod"/>
            </a:pPr>
            <a:r>
              <a:rPr lang="en-IN" kern="100" dirty="0">
                <a:latin typeface="Times New Roman" panose="02020603050405020304" pitchFamily="18" charset="0"/>
                <a:ea typeface="Calibri" panose="020F0502020204030204" pitchFamily="34" charset="0"/>
                <a:cs typeface="Gautami" panose="020B0502040204020203" pitchFamily="34" charset="0"/>
              </a:rPr>
              <a:t>Data Augmentation</a:t>
            </a:r>
            <a:endParaRPr lang="en-IN" sz="1800" kern="100" dirty="0">
              <a:effectLst/>
              <a:latin typeface="Times New Roman" panose="02020603050405020304" pitchFamily="18" charset="0"/>
              <a:ea typeface="Calibri" panose="020F0502020204030204" pitchFamily="34" charset="0"/>
              <a:cs typeface="Gautami" panose="020B0502040204020203" pitchFamily="34" charset="0"/>
            </a:endParaRPr>
          </a:p>
          <a:p>
            <a:pPr marL="800100" indent="-342900">
              <a:lnSpc>
                <a:spcPct val="107000"/>
              </a:lnSpc>
              <a:buAutoNum type="arabicPeriod"/>
            </a:pPr>
            <a:endParaRPr lang="en-IN" sz="1800" kern="100" dirty="0">
              <a:effectLst/>
              <a:latin typeface="Times New Roman" panose="02020603050405020304" pitchFamily="18"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174027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a:extLst>
              <a:ext uri="{FF2B5EF4-FFF2-40B4-BE49-F238E27FC236}">
                <a16:creationId xmlns:a16="http://schemas.microsoft.com/office/drawing/2014/main" id="{C819B2B0-E727-DF8B-5977-A967078CFB05}"/>
              </a:ext>
            </a:extLst>
          </p:cNvPr>
          <p:cNvSpPr txBox="1"/>
          <p:nvPr/>
        </p:nvSpPr>
        <p:spPr>
          <a:xfrm>
            <a:off x="4811834" y="1088781"/>
            <a:ext cx="2568332" cy="52322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2800" b="1" dirty="0">
                <a:latin typeface="Times New Roman" panose="02020603050405020304" pitchFamily="18" charset="0"/>
                <a:cs typeface="Times New Roman" panose="02020603050405020304" pitchFamily="18" charset="0"/>
              </a:rPr>
              <a:t>Data Collection</a:t>
            </a:r>
            <a:endParaRPr lang="en-IN" sz="2800" b="1" dirty="0">
              <a:latin typeface="Times New Roman" panose="02020603050405020304" pitchFamily="18" charset="0"/>
              <a:cs typeface="Times New Roman" panose="02020603050405020304" pitchFamily="18" charset="0"/>
            </a:endParaRPr>
          </a:p>
        </p:txBody>
      </p:sp>
      <p:sp>
        <p:nvSpPr>
          <p:cNvPr id="5" name="TextBox 1">
            <a:extLst>
              <a:ext uri="{FF2B5EF4-FFF2-40B4-BE49-F238E27FC236}">
                <a16:creationId xmlns:a16="http://schemas.microsoft.com/office/drawing/2014/main" id="{1D222454-08EF-2B0C-487C-5D679CA4C336}"/>
              </a:ext>
            </a:extLst>
          </p:cNvPr>
          <p:cNvSpPr txBox="1"/>
          <p:nvPr/>
        </p:nvSpPr>
        <p:spPr>
          <a:xfrm>
            <a:off x="682716" y="2554358"/>
            <a:ext cx="5138058" cy="203132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800" kern="0" dirty="0">
                <a:effectLst/>
                <a:latin typeface="Times New Roman" panose="02020603050405020304" pitchFamily="18" charset="0"/>
                <a:ea typeface="Times New Roman" panose="02020603050405020304" pitchFamily="18" charset="0"/>
                <a:cs typeface="Gautami" panose="020B0502040204020203" pitchFamily="34" charset="0"/>
              </a:rPr>
              <a:t>Gathered the Kaggle data and stored it on Google Drive for convenient access. </a:t>
            </a:r>
            <a:br>
              <a:rPr lang="en-IN" sz="1800" kern="0" dirty="0">
                <a:effectLst/>
                <a:latin typeface="Times New Roman" panose="02020603050405020304" pitchFamily="18" charset="0"/>
                <a:ea typeface="Times New Roman" panose="02020603050405020304" pitchFamily="18" charset="0"/>
                <a:cs typeface="Gautami" panose="020B0502040204020203" pitchFamily="34" charset="0"/>
              </a:rPr>
            </a:br>
            <a:r>
              <a:rPr lang="en-IN" sz="1800" kern="0" dirty="0">
                <a:effectLst/>
                <a:latin typeface="Times New Roman" panose="02020603050405020304" pitchFamily="18" charset="0"/>
                <a:ea typeface="Times New Roman" panose="02020603050405020304" pitchFamily="18" charset="0"/>
                <a:cs typeface="Gautami" panose="020B0502040204020203" pitchFamily="34" charset="0"/>
              </a:rPr>
              <a:t>The code lists every file and subdirectory in the given </a:t>
            </a:r>
            <a:r>
              <a:rPr lang="en-IN" sz="1800" kern="0" dirty="0" err="1">
                <a:effectLst/>
                <a:latin typeface="Times New Roman" panose="02020603050405020304" pitchFamily="18" charset="0"/>
                <a:ea typeface="Times New Roman" panose="02020603050405020304" pitchFamily="18" charset="0"/>
                <a:cs typeface="Gautami" panose="020B0502040204020203" pitchFamily="34" charset="0"/>
              </a:rPr>
              <a:t>base_path</a:t>
            </a:r>
            <a:r>
              <a:rPr lang="en-IN" sz="1800" kern="0" dirty="0">
                <a:effectLst/>
                <a:latin typeface="Times New Roman" panose="02020603050405020304" pitchFamily="18" charset="0"/>
                <a:ea typeface="Times New Roman" panose="02020603050405020304" pitchFamily="18" charset="0"/>
                <a:cs typeface="Gautami" panose="020B0502040204020203" pitchFamily="34" charset="0"/>
              </a:rPr>
              <a:t> using </a:t>
            </a:r>
            <a:r>
              <a:rPr lang="en-IN" sz="1800" kern="0" dirty="0" err="1">
                <a:effectLst/>
                <a:latin typeface="Times New Roman" panose="02020603050405020304" pitchFamily="18" charset="0"/>
                <a:ea typeface="Times New Roman" panose="02020603050405020304" pitchFamily="18" charset="0"/>
                <a:cs typeface="Gautami" panose="020B0502040204020203" pitchFamily="34" charset="0"/>
              </a:rPr>
              <a:t>os.listdir</a:t>
            </a:r>
            <a:r>
              <a:rPr lang="en-IN" sz="1800" kern="0" dirty="0">
                <a:effectLst/>
                <a:latin typeface="Times New Roman" panose="02020603050405020304" pitchFamily="18" charset="0"/>
                <a:ea typeface="Times New Roman" panose="02020603050405020304" pitchFamily="18" charset="0"/>
                <a:cs typeface="Gautami" panose="020B0502040204020203" pitchFamily="34" charset="0"/>
              </a:rPr>
              <a:t>(</a:t>
            </a:r>
            <a:r>
              <a:rPr lang="en-IN" sz="1800" kern="0" dirty="0" err="1">
                <a:effectLst/>
                <a:latin typeface="Times New Roman" panose="02020603050405020304" pitchFamily="18" charset="0"/>
                <a:ea typeface="Times New Roman" panose="02020603050405020304" pitchFamily="18" charset="0"/>
                <a:cs typeface="Gautami" panose="020B0502040204020203" pitchFamily="34" charset="0"/>
              </a:rPr>
              <a:t>base_path</a:t>
            </a:r>
            <a:r>
              <a:rPr lang="en-IN" sz="1800" kern="0" dirty="0">
                <a:effectLst/>
                <a:latin typeface="Times New Roman" panose="02020603050405020304" pitchFamily="18" charset="0"/>
                <a:ea typeface="Times New Roman" panose="02020603050405020304" pitchFamily="18" charset="0"/>
                <a:cs typeface="Gautami" panose="020B0502040204020203" pitchFamily="34" charset="0"/>
              </a:rPr>
              <a:t>). </a:t>
            </a:r>
          </a:p>
          <a:p>
            <a:endParaRPr lang="en-IN" kern="0" dirty="0">
              <a:latin typeface="Times New Roman" panose="02020603050405020304" pitchFamily="18" charset="0"/>
              <a:ea typeface="Calibri" panose="020F0502020204030204" pitchFamily="34" charset="0"/>
              <a:cs typeface="Gautami" panose="020B0502040204020203" pitchFamily="34" charset="0"/>
            </a:endParaRPr>
          </a:p>
          <a:p>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GB"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BFBE5C8-F414-EFF9-AF62-C5DF4A4EF2E2}"/>
              </a:ext>
            </a:extLst>
          </p:cNvPr>
          <p:cNvPicPr>
            <a:picLocks noChangeAspect="1"/>
          </p:cNvPicPr>
          <p:nvPr/>
        </p:nvPicPr>
        <p:blipFill>
          <a:blip r:embed="rId2"/>
          <a:stretch>
            <a:fillRect/>
          </a:stretch>
        </p:blipFill>
        <p:spPr>
          <a:xfrm>
            <a:off x="5918744" y="2554358"/>
            <a:ext cx="5590540" cy="2862322"/>
          </a:xfrm>
          <a:prstGeom prst="rect">
            <a:avLst/>
          </a:prstGeom>
        </p:spPr>
      </p:pic>
    </p:spTree>
    <p:extLst>
      <p:ext uri="{BB962C8B-B14F-4D97-AF65-F5344CB8AC3E}">
        <p14:creationId xmlns:p14="http://schemas.microsoft.com/office/powerpoint/2010/main" val="4158603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147985-2E98-A24E-D95D-ECC636F93D80}"/>
              </a:ext>
            </a:extLst>
          </p:cNvPr>
          <p:cNvSpPr txBox="1"/>
          <p:nvPr/>
        </p:nvSpPr>
        <p:spPr>
          <a:xfrm>
            <a:off x="-245094" y="1776416"/>
            <a:ext cx="5731510" cy="2866810"/>
          </a:xfrm>
          <a:prstGeom prst="rect">
            <a:avLst/>
          </a:prstGeom>
          <a:noFill/>
        </p:spPr>
        <p:txBody>
          <a:bodyPr wrap="square" rtlCol="0">
            <a:spAutoFit/>
          </a:bodyPr>
          <a:lstStyle/>
          <a:p>
            <a:pPr marL="914400">
              <a:lnSpc>
                <a:spcPct val="107000"/>
              </a:lnSpc>
              <a:spcAft>
                <a:spcPts val="1200"/>
              </a:spcAft>
            </a:pPr>
            <a:r>
              <a:rPr lang="en-IN" kern="100" dirty="0">
                <a:latin typeface="Times New Roman" panose="02020603050405020304" pitchFamily="18" charset="0"/>
                <a:ea typeface="Calibri" panose="020F0502020204030204" pitchFamily="34" charset="0"/>
                <a:cs typeface="Gautami" panose="020B0502040204020203" pitchFamily="34" charset="0"/>
              </a:rPr>
              <a:t>T</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he total number of training photos discovered in every class</a:t>
            </a:r>
            <a:r>
              <a:rPr lang="en-IN" kern="100" dirty="0">
                <a:latin typeface="Times New Roman" panose="02020603050405020304" pitchFamily="18" charset="0"/>
                <a:ea typeface="Calibri" panose="020F0502020204030204" pitchFamily="34" charset="0"/>
                <a:cs typeface="Gautami" panose="020B0502040204020203" pitchFamily="34" charset="0"/>
              </a:rPr>
              <a:t>:</a:t>
            </a:r>
          </a:p>
          <a:p>
            <a:pPr marL="914400">
              <a:lnSpc>
                <a:spcPct val="107000"/>
              </a:lnSpc>
              <a:spcAft>
                <a:spcPts val="1200"/>
              </a:spcAft>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3672 photos from five different classes</a:t>
            </a:r>
            <a:r>
              <a:rPr lang="en-IN" kern="100" dirty="0">
                <a:latin typeface="Times New Roman" panose="02020603050405020304" pitchFamily="18" charset="0"/>
                <a:ea typeface="Calibri" panose="020F0502020204030204" pitchFamily="34" charset="0"/>
                <a:cs typeface="Gautami" panose="020B0502040204020203" pitchFamily="34" charset="0"/>
              </a:rPr>
              <a:t> –</a:t>
            </a:r>
          </a:p>
          <a:p>
            <a:pPr marL="914400">
              <a:lnSpc>
                <a:spcPct val="107000"/>
              </a:lnSpc>
              <a:spcAft>
                <a:spcPts val="1200"/>
              </a:spcAft>
            </a:pPr>
            <a:r>
              <a:rPr lang="en-IN" kern="100" dirty="0">
                <a:latin typeface="Times New Roman" panose="02020603050405020304" pitchFamily="18" charset="0"/>
                <a:ea typeface="Calibri" panose="020F0502020204030204" pitchFamily="34" charset="0"/>
                <a:cs typeface="Gautami" panose="020B0502040204020203" pitchFamily="34" charset="0"/>
              </a:rPr>
              <a:t>“</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Mild</a:t>
            </a:r>
            <a:r>
              <a:rPr lang="en-IN" kern="100" dirty="0">
                <a:latin typeface="Times New Roman" panose="02020603050405020304" pitchFamily="18" charset="0"/>
                <a:ea typeface="Calibri" panose="020F0502020204030204" pitchFamily="34" charset="0"/>
                <a:cs typeface="Gautami" panose="020B0502040204020203" pitchFamily="34" charset="0"/>
              </a:rPr>
              <a:t>”</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a:t>
            </a:r>
            <a:r>
              <a:rPr lang="en-IN" kern="100" dirty="0">
                <a:latin typeface="Times New Roman" panose="02020603050405020304" pitchFamily="18" charset="0"/>
                <a:ea typeface="Calibri" panose="020F0502020204030204" pitchFamily="34" charset="0"/>
                <a:cs typeface="Gautami" panose="020B0502040204020203" pitchFamily="34" charset="0"/>
              </a:rPr>
              <a:t>“</a:t>
            </a:r>
            <a:r>
              <a:rPr lang="en-IN" sz="1800" kern="100" dirty="0" err="1">
                <a:effectLst/>
                <a:latin typeface="Times New Roman" panose="02020603050405020304" pitchFamily="18" charset="0"/>
                <a:ea typeface="Calibri" panose="020F0502020204030204" pitchFamily="34" charset="0"/>
                <a:cs typeface="Gautami" panose="020B0502040204020203" pitchFamily="34" charset="0"/>
              </a:rPr>
              <a:t>Proliferate_DR</a:t>
            </a:r>
            <a:r>
              <a:rPr lang="en-IN" kern="100" dirty="0">
                <a:latin typeface="Times New Roman" panose="02020603050405020304" pitchFamily="18" charset="0"/>
                <a:ea typeface="Calibri" panose="020F0502020204030204" pitchFamily="34" charset="0"/>
                <a:cs typeface="Gautami" panose="020B0502040204020203" pitchFamily="34" charset="0"/>
              </a:rPr>
              <a:t>”</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a:t>
            </a:r>
            <a:r>
              <a:rPr lang="en-IN" kern="100" dirty="0">
                <a:latin typeface="Times New Roman" panose="02020603050405020304" pitchFamily="18" charset="0"/>
                <a:ea typeface="Calibri" panose="020F0502020204030204" pitchFamily="34" charset="0"/>
                <a:cs typeface="Gautami" panose="020B0502040204020203" pitchFamily="34" charset="0"/>
              </a:rPr>
              <a:t>“</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Severe</a:t>
            </a:r>
            <a:r>
              <a:rPr lang="en-IN" kern="100" dirty="0">
                <a:latin typeface="Times New Roman" panose="02020603050405020304" pitchFamily="18" charset="0"/>
                <a:ea typeface="Calibri" panose="020F0502020204030204" pitchFamily="34" charset="0"/>
                <a:cs typeface="Gautami" panose="020B0502040204020203" pitchFamily="34" charset="0"/>
              </a:rPr>
              <a:t>”</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a:t>
            </a:r>
            <a:r>
              <a:rPr lang="en-IN" kern="100" dirty="0">
                <a:latin typeface="Times New Roman" panose="02020603050405020304" pitchFamily="18" charset="0"/>
                <a:ea typeface="Calibri" panose="020F0502020204030204" pitchFamily="34" charset="0"/>
                <a:cs typeface="Gautami" panose="020B0502040204020203" pitchFamily="34" charset="0"/>
              </a:rPr>
              <a:t>“</a:t>
            </a:r>
            <a:r>
              <a:rPr lang="en-IN" sz="1800" kern="100" dirty="0" err="1">
                <a:effectLst/>
                <a:latin typeface="Times New Roman" panose="02020603050405020304" pitchFamily="18" charset="0"/>
                <a:ea typeface="Calibri" panose="020F0502020204030204" pitchFamily="34" charset="0"/>
                <a:cs typeface="Gautami" panose="020B0502040204020203" pitchFamily="34" charset="0"/>
              </a:rPr>
              <a:t>No_DR</a:t>
            </a:r>
            <a:r>
              <a:rPr lang="en-IN" kern="100" dirty="0">
                <a:latin typeface="Times New Roman" panose="02020603050405020304" pitchFamily="18" charset="0"/>
                <a:ea typeface="Calibri" panose="020F0502020204030204" pitchFamily="34" charset="0"/>
                <a:cs typeface="Gautami" panose="020B0502040204020203" pitchFamily="34" charset="0"/>
              </a:rPr>
              <a:t>” </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and </a:t>
            </a:r>
            <a:r>
              <a:rPr lang="en-IN" kern="100" dirty="0">
                <a:latin typeface="Times New Roman" panose="02020603050405020304" pitchFamily="18" charset="0"/>
                <a:ea typeface="Calibri" panose="020F0502020204030204" pitchFamily="34" charset="0"/>
                <a:cs typeface="Gautami" panose="020B0502040204020203" pitchFamily="34" charset="0"/>
              </a:rPr>
              <a:t>“</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Moderate”</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IN" kern="0" dirty="0">
              <a:latin typeface="Times New Roman" panose="02020603050405020304" pitchFamily="18" charset="0"/>
              <a:ea typeface="Calibri" panose="020F0502020204030204" pitchFamily="34" charset="0"/>
              <a:cs typeface="Gautami" panose="020B0502040204020203" pitchFamily="34" charset="0"/>
            </a:endParaRPr>
          </a:p>
          <a:p>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GB"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1CF2945-1AE3-AE43-156F-786283A45EE0}"/>
              </a:ext>
            </a:extLst>
          </p:cNvPr>
          <p:cNvPicPr>
            <a:picLocks noChangeAspect="1"/>
          </p:cNvPicPr>
          <p:nvPr/>
        </p:nvPicPr>
        <p:blipFill>
          <a:blip r:embed="rId2"/>
          <a:stretch>
            <a:fillRect/>
          </a:stretch>
        </p:blipFill>
        <p:spPr>
          <a:xfrm>
            <a:off x="5697966" y="1656307"/>
            <a:ext cx="5731510" cy="3545386"/>
          </a:xfrm>
          <a:prstGeom prst="rect">
            <a:avLst/>
          </a:prstGeom>
        </p:spPr>
      </p:pic>
    </p:spTree>
    <p:extLst>
      <p:ext uri="{BB962C8B-B14F-4D97-AF65-F5344CB8AC3E}">
        <p14:creationId xmlns:p14="http://schemas.microsoft.com/office/powerpoint/2010/main" val="1809021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0A06106-3674-3E2D-21C6-790A04424FCB}"/>
              </a:ext>
            </a:extLst>
          </p:cNvPr>
          <p:cNvSpPr txBox="1"/>
          <p:nvPr/>
        </p:nvSpPr>
        <p:spPr>
          <a:xfrm>
            <a:off x="4591708" y="1050361"/>
            <a:ext cx="3008580" cy="523220"/>
          </a:xfrm>
          <a:prstGeom prst="rect">
            <a:avLst/>
          </a:prstGeom>
          <a:noFill/>
        </p:spPr>
        <p:txBody>
          <a:bodyPr wrap="none" rtlCol="0">
            <a:spAutoFit/>
          </a:bodyPr>
          <a:lstStyle/>
          <a:p>
            <a:pPr algn="ctr"/>
            <a:r>
              <a:rPr lang="en-IN" sz="2800" b="1" dirty="0">
                <a:effectLst/>
                <a:latin typeface="Times New Roman" panose="02020603050405020304" pitchFamily="18" charset="0"/>
                <a:ea typeface="Calibri" panose="020F0502020204030204" pitchFamily="34" charset="0"/>
              </a:rPr>
              <a:t>Data Visualization</a:t>
            </a:r>
            <a:endParaRPr lang="en-IN" sz="2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60864CC-6D3B-6F40-E673-C4AABFEEE0AF}"/>
              </a:ext>
            </a:extLst>
          </p:cNvPr>
          <p:cNvSpPr txBox="1"/>
          <p:nvPr/>
        </p:nvSpPr>
        <p:spPr>
          <a:xfrm>
            <a:off x="190226" y="2071171"/>
            <a:ext cx="5378955" cy="2448619"/>
          </a:xfrm>
          <a:prstGeom prst="rect">
            <a:avLst/>
          </a:prstGeom>
          <a:noFill/>
        </p:spPr>
        <p:txBody>
          <a:bodyPr wrap="square" rtlCol="0">
            <a:spAutoFit/>
          </a:bodyPr>
          <a:lstStyle/>
          <a:p>
            <a:pPr marL="457200" algn="just">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Images from several class folders within a specified base path are visualized by this Python application. Images are opened using PIL, and they are shown in a grid form using matplotlib. Five photographs are chosen from each class directory when the script iterates through them, then arranged in a 5x5 subplot. Every picture has its class name labelled on it.</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9" name="Picture 8">
            <a:extLst>
              <a:ext uri="{FF2B5EF4-FFF2-40B4-BE49-F238E27FC236}">
                <a16:creationId xmlns:a16="http://schemas.microsoft.com/office/drawing/2014/main" id="{E0F70BDF-56FE-D3D9-C3F3-A6579E2B63CB}"/>
              </a:ext>
            </a:extLst>
          </p:cNvPr>
          <p:cNvPicPr>
            <a:picLocks noChangeAspect="1"/>
          </p:cNvPicPr>
          <p:nvPr/>
        </p:nvPicPr>
        <p:blipFill>
          <a:blip r:embed="rId2"/>
          <a:stretch>
            <a:fillRect/>
          </a:stretch>
        </p:blipFill>
        <p:spPr>
          <a:xfrm>
            <a:off x="5830225" y="2071171"/>
            <a:ext cx="5731510" cy="3426245"/>
          </a:xfrm>
          <a:prstGeom prst="rect">
            <a:avLst/>
          </a:prstGeom>
        </p:spPr>
      </p:pic>
    </p:spTree>
    <p:extLst>
      <p:ext uri="{BB962C8B-B14F-4D97-AF65-F5344CB8AC3E}">
        <p14:creationId xmlns:p14="http://schemas.microsoft.com/office/powerpoint/2010/main" val="3624032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D73101-A293-C3BA-8C96-F4842C481B2E}"/>
              </a:ext>
            </a:extLst>
          </p:cNvPr>
          <p:cNvSpPr txBox="1"/>
          <p:nvPr/>
        </p:nvSpPr>
        <p:spPr>
          <a:xfrm>
            <a:off x="857534" y="1050361"/>
            <a:ext cx="5758882" cy="374077"/>
          </a:xfrm>
          <a:prstGeom prst="rect">
            <a:avLst/>
          </a:prstGeom>
          <a:noFill/>
        </p:spPr>
        <p:txBody>
          <a:bodyPr wrap="square" rtlCol="0">
            <a:spAutoFit/>
          </a:bodyPr>
          <a:lstStyle/>
          <a:p>
            <a:pPr marL="457200" algn="just">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Below are the images displayed with its class name:</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5" name="Picture 4">
            <a:extLst>
              <a:ext uri="{FF2B5EF4-FFF2-40B4-BE49-F238E27FC236}">
                <a16:creationId xmlns:a16="http://schemas.microsoft.com/office/drawing/2014/main" id="{1A79495D-C772-29FD-5394-263FBBAE9988}"/>
              </a:ext>
            </a:extLst>
          </p:cNvPr>
          <p:cNvPicPr>
            <a:picLocks noChangeAspect="1"/>
          </p:cNvPicPr>
          <p:nvPr/>
        </p:nvPicPr>
        <p:blipFill>
          <a:blip r:embed="rId2"/>
          <a:stretch>
            <a:fillRect/>
          </a:stretch>
        </p:blipFill>
        <p:spPr>
          <a:xfrm>
            <a:off x="3225970" y="1573581"/>
            <a:ext cx="5279052" cy="4794168"/>
          </a:xfrm>
          <a:prstGeom prst="rect">
            <a:avLst/>
          </a:prstGeom>
        </p:spPr>
      </p:pic>
    </p:spTree>
    <p:extLst>
      <p:ext uri="{BB962C8B-B14F-4D97-AF65-F5344CB8AC3E}">
        <p14:creationId xmlns:p14="http://schemas.microsoft.com/office/powerpoint/2010/main" val="2014884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D026F67-8831-79E6-7919-D6714C793D8A}"/>
              </a:ext>
            </a:extLst>
          </p:cNvPr>
          <p:cNvSpPr txBox="1"/>
          <p:nvPr/>
        </p:nvSpPr>
        <p:spPr>
          <a:xfrm>
            <a:off x="4378764" y="1050361"/>
            <a:ext cx="3434466" cy="523220"/>
          </a:xfrm>
          <a:prstGeom prst="rect">
            <a:avLst/>
          </a:prstGeom>
          <a:noFill/>
        </p:spPr>
        <p:txBody>
          <a:bodyPr wrap="none" rtlCol="0">
            <a:spAutoFit/>
          </a:bodyPr>
          <a:lstStyle/>
          <a:p>
            <a:pPr algn="ctr"/>
            <a:r>
              <a:rPr lang="en-IN" sz="2800" b="1" dirty="0">
                <a:effectLst/>
                <a:latin typeface="Times New Roman" panose="02020603050405020304" pitchFamily="18" charset="0"/>
                <a:ea typeface="Calibri" panose="020F0502020204030204" pitchFamily="34" charset="0"/>
              </a:rPr>
              <a:t>Data Transformation</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D665091-0296-EAB2-F454-53F987C11EA5}"/>
              </a:ext>
            </a:extLst>
          </p:cNvPr>
          <p:cNvSpPr txBox="1"/>
          <p:nvPr/>
        </p:nvSpPr>
        <p:spPr>
          <a:xfrm>
            <a:off x="777154" y="1573581"/>
            <a:ext cx="5318843" cy="2847574"/>
          </a:xfrm>
          <a:prstGeom prst="rect">
            <a:avLst/>
          </a:prstGeom>
          <a:noFill/>
        </p:spPr>
        <p:txBody>
          <a:bodyPr wrap="square" rtlCol="0">
            <a:spAutoFit/>
          </a:bodyPr>
          <a:lstStyle/>
          <a:p>
            <a:pPr algn="just">
              <a:lnSpc>
                <a:spcPct val="107000"/>
              </a:lnSpc>
              <a:spcAft>
                <a:spcPts val="800"/>
              </a:spcAft>
            </a:pPr>
            <a:r>
              <a:rPr lang="en-IN" b="1" kern="100" dirty="0">
                <a:latin typeface="Times New Roman" panose="02020603050405020304" pitchFamily="18" charset="0"/>
                <a:ea typeface="Calibri" panose="020F0502020204030204" pitchFamily="34" charset="0"/>
                <a:cs typeface="Gautami" panose="020B0502040204020203" pitchFamily="34" charset="0"/>
              </a:rPr>
              <a:t>Resizing</a:t>
            </a:r>
          </a:p>
          <a:p>
            <a:pPr algn="just">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Using PIL, this script verifies and resizes images in class directories to a consistent 224x224 size. It skips over any faulty photos and initially examines every image to determine which ones require resizing. Before  resizing, it asks the user for approval if resizing is required. The original photos are replaced by the resized ones. No action is made if every image is already 224x224.</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6" name="Picture 5">
            <a:extLst>
              <a:ext uri="{FF2B5EF4-FFF2-40B4-BE49-F238E27FC236}">
                <a16:creationId xmlns:a16="http://schemas.microsoft.com/office/drawing/2014/main" id="{B6B457F3-B6D8-1621-7D7D-030C7808375C}"/>
              </a:ext>
            </a:extLst>
          </p:cNvPr>
          <p:cNvPicPr>
            <a:picLocks noChangeAspect="1"/>
          </p:cNvPicPr>
          <p:nvPr/>
        </p:nvPicPr>
        <p:blipFill>
          <a:blip r:embed="rId2"/>
          <a:stretch>
            <a:fillRect/>
          </a:stretch>
        </p:blipFill>
        <p:spPr>
          <a:xfrm>
            <a:off x="6499295" y="1573581"/>
            <a:ext cx="5051296" cy="4617899"/>
          </a:xfrm>
          <a:prstGeom prst="rect">
            <a:avLst/>
          </a:prstGeom>
        </p:spPr>
      </p:pic>
    </p:spTree>
    <p:extLst>
      <p:ext uri="{BB962C8B-B14F-4D97-AF65-F5344CB8AC3E}">
        <p14:creationId xmlns:p14="http://schemas.microsoft.com/office/powerpoint/2010/main" val="205255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05D9D60-9E20-6120-7B92-70A15043D49F}"/>
              </a:ext>
            </a:extLst>
          </p:cNvPr>
          <p:cNvSpPr txBox="1"/>
          <p:nvPr/>
        </p:nvSpPr>
        <p:spPr>
          <a:xfrm>
            <a:off x="4378764" y="1050361"/>
            <a:ext cx="3434466" cy="523220"/>
          </a:xfrm>
          <a:prstGeom prst="rect">
            <a:avLst/>
          </a:prstGeom>
          <a:noFill/>
        </p:spPr>
        <p:txBody>
          <a:bodyPr wrap="none" rtlCol="0">
            <a:spAutoFit/>
          </a:bodyPr>
          <a:lstStyle/>
          <a:p>
            <a:pPr algn="ctr"/>
            <a:r>
              <a:rPr lang="en-IN" sz="2800" b="1" dirty="0">
                <a:effectLst/>
                <a:latin typeface="Times New Roman" panose="02020603050405020304" pitchFamily="18" charset="0"/>
                <a:ea typeface="Calibri" panose="020F0502020204030204" pitchFamily="34" charset="0"/>
              </a:rPr>
              <a:t>Data Transformation</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2035094-155D-C837-07BB-4DDC88A1B1F2}"/>
              </a:ext>
            </a:extLst>
          </p:cNvPr>
          <p:cNvSpPr txBox="1"/>
          <p:nvPr/>
        </p:nvSpPr>
        <p:spPr>
          <a:xfrm>
            <a:off x="435632" y="1604801"/>
            <a:ext cx="4577044" cy="2847574"/>
          </a:xfrm>
          <a:prstGeom prst="rect">
            <a:avLst/>
          </a:prstGeom>
          <a:noFill/>
        </p:spPr>
        <p:txBody>
          <a:bodyPr wrap="square" rtlCol="0">
            <a:spAutoFit/>
          </a:bodyPr>
          <a:lstStyle/>
          <a:p>
            <a:pPr marL="457200" algn="just">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Output:</a:t>
            </a:r>
          </a:p>
          <a:p>
            <a:pPr marL="457200" algn="just">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There is no need for resizing because this output verifies that every image in the collection is already 224x224. Every class directory (Mild, Moderate, </a:t>
            </a:r>
            <a:r>
              <a:rPr lang="en-IN" sz="1800" kern="100" dirty="0" err="1">
                <a:effectLst/>
                <a:latin typeface="Times New Roman" panose="02020603050405020304" pitchFamily="18" charset="0"/>
                <a:ea typeface="Calibri" panose="020F0502020204030204" pitchFamily="34" charset="0"/>
                <a:cs typeface="Gautami" panose="020B0502040204020203" pitchFamily="34" charset="0"/>
              </a:rPr>
              <a:t>No_DR</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a:t>
            </a:r>
            <a:r>
              <a:rPr lang="en-IN" sz="1800" kern="100" dirty="0" err="1">
                <a:effectLst/>
                <a:latin typeface="Times New Roman" panose="02020603050405020304" pitchFamily="18" charset="0"/>
                <a:ea typeface="Calibri" panose="020F0502020204030204" pitchFamily="34" charset="0"/>
                <a:cs typeface="Gautami" panose="020B0502040204020203" pitchFamily="34" charset="0"/>
              </a:rPr>
              <a:t>Proliferate_DR</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and Severe) was correctly scanned by the script, and no photos that required resizing were discovered. The resizing process was therefore omitted.</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6" name="Picture 5">
            <a:extLst>
              <a:ext uri="{FF2B5EF4-FFF2-40B4-BE49-F238E27FC236}">
                <a16:creationId xmlns:a16="http://schemas.microsoft.com/office/drawing/2014/main" id="{CE64437A-FFE4-2474-21FB-10677F715E25}"/>
              </a:ext>
            </a:extLst>
          </p:cNvPr>
          <p:cNvPicPr>
            <a:picLocks noChangeAspect="1"/>
          </p:cNvPicPr>
          <p:nvPr/>
        </p:nvPicPr>
        <p:blipFill>
          <a:blip r:embed="rId2"/>
          <a:stretch>
            <a:fillRect/>
          </a:stretch>
        </p:blipFill>
        <p:spPr>
          <a:xfrm>
            <a:off x="5916058" y="1711492"/>
            <a:ext cx="5617760" cy="3675755"/>
          </a:xfrm>
          <a:prstGeom prst="rect">
            <a:avLst/>
          </a:prstGeom>
        </p:spPr>
      </p:pic>
    </p:spTree>
    <p:extLst>
      <p:ext uri="{BB962C8B-B14F-4D97-AF65-F5344CB8AC3E}">
        <p14:creationId xmlns:p14="http://schemas.microsoft.com/office/powerpoint/2010/main" val="2740635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72FFFC-0A34-EA35-DCFF-6027705B63E1}"/>
              </a:ext>
            </a:extLst>
          </p:cNvPr>
          <p:cNvSpPr txBox="1"/>
          <p:nvPr/>
        </p:nvSpPr>
        <p:spPr>
          <a:xfrm>
            <a:off x="325463" y="1612156"/>
            <a:ext cx="4654161" cy="2545890"/>
          </a:xfrm>
          <a:prstGeom prst="rect">
            <a:avLst/>
          </a:prstGeom>
          <a:noFill/>
        </p:spPr>
        <p:txBody>
          <a:bodyPr wrap="square" rtlCol="0">
            <a:spAutoFit/>
          </a:bodyPr>
          <a:lstStyle/>
          <a:p>
            <a:pPr marL="457200" algn="just">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Gautami" panose="020B0502040204020203" pitchFamily="34" charset="0"/>
              </a:rPr>
              <a:t>Rescaling</a:t>
            </a:r>
          </a:p>
          <a:p>
            <a:pPr marL="457200" algn="just">
              <a:lnSpc>
                <a:spcPct val="107000"/>
              </a:lnSpc>
              <a:spcAft>
                <a:spcPts val="800"/>
              </a:spcAft>
            </a:pPr>
            <a:r>
              <a:rPr lang="en-US" sz="1800" kern="100" dirty="0">
                <a:effectLst/>
                <a:latin typeface="Times New Roman" panose="02020603050405020304" pitchFamily="18" charset="0"/>
                <a:ea typeface="Calibri" panose="020F0502020204030204" pitchFamily="34" charset="0"/>
                <a:cs typeface="Gautami" panose="020B0502040204020203" pitchFamily="34" charset="0"/>
              </a:rPr>
              <a:t>This script normalizes image pixel values to [0,1] to improve model performance, stability, and training efficiency in machine learning. It processes images from directories, rescales them, and removes corrupted ones to ensure clean, standardized input for further processing.</a:t>
            </a:r>
            <a:endParaRPr lang="en-IN" sz="1800" kern="100" dirty="0">
              <a:effectLst/>
              <a:latin typeface="Times New Roman" panose="02020603050405020304" pitchFamily="18" charset="0"/>
              <a:ea typeface="Calibri" panose="020F0502020204030204" pitchFamily="34" charset="0"/>
              <a:cs typeface="Gautami" panose="020B0502040204020203" pitchFamily="34" charset="0"/>
            </a:endParaRPr>
          </a:p>
        </p:txBody>
      </p:sp>
      <p:pic>
        <p:nvPicPr>
          <p:cNvPr id="7" name="Picture 6">
            <a:extLst>
              <a:ext uri="{FF2B5EF4-FFF2-40B4-BE49-F238E27FC236}">
                <a16:creationId xmlns:a16="http://schemas.microsoft.com/office/drawing/2014/main" id="{6A419480-219C-5E5F-18D9-717B3679F3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400" y="1604800"/>
            <a:ext cx="5987200" cy="3804481"/>
          </a:xfrm>
          <a:prstGeom prst="rect">
            <a:avLst/>
          </a:prstGeom>
        </p:spPr>
      </p:pic>
      <p:sp>
        <p:nvSpPr>
          <p:cNvPr id="2" name="TextBox 1">
            <a:extLst>
              <a:ext uri="{FF2B5EF4-FFF2-40B4-BE49-F238E27FC236}">
                <a16:creationId xmlns:a16="http://schemas.microsoft.com/office/drawing/2014/main" id="{A6F8467B-D8DA-FFD1-6B0D-9AA2F4FDA071}"/>
              </a:ext>
            </a:extLst>
          </p:cNvPr>
          <p:cNvSpPr txBox="1"/>
          <p:nvPr/>
        </p:nvSpPr>
        <p:spPr>
          <a:xfrm>
            <a:off x="4461831" y="826265"/>
            <a:ext cx="5210979" cy="523220"/>
          </a:xfrm>
          <a:prstGeom prst="rect">
            <a:avLst/>
          </a:prstGeom>
          <a:noFill/>
        </p:spPr>
        <p:txBody>
          <a:bodyPr wrap="square" rtlCol="0">
            <a:spAutoFit/>
          </a:bodyPr>
          <a:lstStyle/>
          <a:p>
            <a:r>
              <a:rPr lang="en-GB" sz="2800" b="1" dirty="0">
                <a:latin typeface="Times New Roman" panose="02020603050405020304" pitchFamily="18" charset="0"/>
                <a:cs typeface="Times New Roman" panose="02020603050405020304" pitchFamily="18" charset="0"/>
              </a:rPr>
              <a:t>Data Transformation</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3731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179EA8-ACAC-F02D-55B5-C073C6825734}"/>
              </a:ext>
            </a:extLst>
          </p:cNvPr>
          <p:cNvSpPr txBox="1"/>
          <p:nvPr/>
        </p:nvSpPr>
        <p:spPr>
          <a:xfrm>
            <a:off x="4900799" y="1050361"/>
            <a:ext cx="2390399" cy="523220"/>
          </a:xfrm>
          <a:prstGeom prst="rect">
            <a:avLst/>
          </a:prstGeom>
          <a:noFill/>
        </p:spPr>
        <p:txBody>
          <a:bodyPr wrap="none" rtlCol="0">
            <a:spAutoFit/>
          </a:bodyPr>
          <a:lstStyle/>
          <a:p>
            <a:pPr algn="ctr"/>
            <a:r>
              <a:rPr lang="en-IN" sz="2800" b="1" dirty="0">
                <a:effectLst/>
                <a:latin typeface="Times New Roman" panose="02020603050405020304" pitchFamily="18" charset="0"/>
                <a:ea typeface="Calibri" panose="020F0502020204030204" pitchFamily="34" charset="0"/>
              </a:rPr>
              <a:t>Data Cleaning</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275EC63-ED39-7540-5487-2BAF6D6766D6}"/>
              </a:ext>
            </a:extLst>
          </p:cNvPr>
          <p:cNvSpPr txBox="1"/>
          <p:nvPr/>
        </p:nvSpPr>
        <p:spPr>
          <a:xfrm>
            <a:off x="391564" y="1604801"/>
            <a:ext cx="4918565" cy="2744982"/>
          </a:xfrm>
          <a:prstGeom prst="rect">
            <a:avLst/>
          </a:prstGeom>
          <a:noFill/>
        </p:spPr>
        <p:txBody>
          <a:bodyPr wrap="square" rtlCol="0">
            <a:spAutoFit/>
          </a:bodyPr>
          <a:lstStyle/>
          <a:p>
            <a:pPr marL="457200" algn="just">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Images in a specified directory are subjected to Gaussian blur denoising by this script, which then saves the treated images to a new folder. It uses </a:t>
            </a:r>
            <a:r>
              <a:rPr lang="en-IN" sz="1800" kern="100" dirty="0" err="1">
                <a:effectLst/>
                <a:latin typeface="Times New Roman" panose="02020603050405020304" pitchFamily="18" charset="0"/>
                <a:ea typeface="Calibri" panose="020F0502020204030204" pitchFamily="34" charset="0"/>
                <a:cs typeface="Gautami" panose="020B0502040204020203" pitchFamily="34" charset="0"/>
              </a:rPr>
              <a:t>tqdm</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 for progress tracking, OpenCV for image processing, and preserves the original folder structure. When denoising is finished, a summary of the procedure is shown, and any errors that were encountered are recorded.</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6" name="Picture 5">
            <a:extLst>
              <a:ext uri="{FF2B5EF4-FFF2-40B4-BE49-F238E27FC236}">
                <a16:creationId xmlns:a16="http://schemas.microsoft.com/office/drawing/2014/main" id="{E98F496C-2010-9AD7-A0BE-A633E8D71A44}"/>
              </a:ext>
            </a:extLst>
          </p:cNvPr>
          <p:cNvPicPr>
            <a:picLocks noChangeAspect="1"/>
          </p:cNvPicPr>
          <p:nvPr/>
        </p:nvPicPr>
        <p:blipFill>
          <a:blip r:embed="rId2"/>
          <a:stretch>
            <a:fillRect/>
          </a:stretch>
        </p:blipFill>
        <p:spPr>
          <a:xfrm>
            <a:off x="5684704" y="1604801"/>
            <a:ext cx="5808184" cy="4709339"/>
          </a:xfrm>
          <a:prstGeom prst="rect">
            <a:avLst/>
          </a:prstGeom>
        </p:spPr>
      </p:pic>
    </p:spTree>
    <p:extLst>
      <p:ext uri="{BB962C8B-B14F-4D97-AF65-F5344CB8AC3E}">
        <p14:creationId xmlns:p14="http://schemas.microsoft.com/office/powerpoint/2010/main" val="13027763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A39FBA0-B2F2-2662-3EF5-E76681D771DE}"/>
              </a:ext>
            </a:extLst>
          </p:cNvPr>
          <p:cNvSpPr txBox="1"/>
          <p:nvPr/>
        </p:nvSpPr>
        <p:spPr>
          <a:xfrm>
            <a:off x="4900799" y="1050361"/>
            <a:ext cx="2390399" cy="523220"/>
          </a:xfrm>
          <a:prstGeom prst="rect">
            <a:avLst/>
          </a:prstGeom>
          <a:noFill/>
        </p:spPr>
        <p:txBody>
          <a:bodyPr wrap="none" rtlCol="0">
            <a:spAutoFit/>
          </a:bodyPr>
          <a:lstStyle/>
          <a:p>
            <a:pPr algn="ctr"/>
            <a:r>
              <a:rPr lang="en-IN" sz="2800" b="1" dirty="0">
                <a:effectLst/>
                <a:latin typeface="Times New Roman" panose="02020603050405020304" pitchFamily="18" charset="0"/>
                <a:ea typeface="Calibri" panose="020F0502020204030204" pitchFamily="34" charset="0"/>
              </a:rPr>
              <a:t>Data Cleaning</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6DCF4A7-948F-90A2-AD64-5DC68FF6B4FE}"/>
              </a:ext>
            </a:extLst>
          </p:cNvPr>
          <p:cNvSpPr txBox="1"/>
          <p:nvPr/>
        </p:nvSpPr>
        <p:spPr>
          <a:xfrm>
            <a:off x="424616" y="1573581"/>
            <a:ext cx="4577044" cy="2744982"/>
          </a:xfrm>
          <a:prstGeom prst="rect">
            <a:avLst/>
          </a:prstGeom>
          <a:noFill/>
        </p:spPr>
        <p:txBody>
          <a:bodyPr wrap="square" rtlCol="0">
            <a:spAutoFit/>
          </a:bodyPr>
          <a:lstStyle/>
          <a:p>
            <a:pPr marL="457200" algn="just">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Using class labels as a guide, this script loads and arranges photos from a denoised dataset into a training set. It keeps the picture paths and associated names in distinct lists, iterates over class directories, and counts the number of images in each class. Lastly, a summary of the total number of photos in each category and the size of the dataset as a whole is printed.</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6" name="Picture 5">
            <a:extLst>
              <a:ext uri="{FF2B5EF4-FFF2-40B4-BE49-F238E27FC236}">
                <a16:creationId xmlns:a16="http://schemas.microsoft.com/office/drawing/2014/main" id="{263AF145-0D3F-D0DC-F56F-919513C80449}"/>
              </a:ext>
            </a:extLst>
          </p:cNvPr>
          <p:cNvPicPr>
            <a:picLocks noChangeAspect="1"/>
          </p:cNvPicPr>
          <p:nvPr/>
        </p:nvPicPr>
        <p:blipFill>
          <a:blip r:embed="rId2"/>
          <a:stretch>
            <a:fillRect/>
          </a:stretch>
        </p:blipFill>
        <p:spPr>
          <a:xfrm>
            <a:off x="5298264" y="1573581"/>
            <a:ext cx="5998499" cy="3965109"/>
          </a:xfrm>
          <a:prstGeom prst="rect">
            <a:avLst/>
          </a:prstGeom>
        </p:spPr>
      </p:pic>
    </p:spTree>
    <p:extLst>
      <p:ext uri="{BB962C8B-B14F-4D97-AF65-F5344CB8AC3E}">
        <p14:creationId xmlns:p14="http://schemas.microsoft.com/office/powerpoint/2010/main" val="39193201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0EBE06-8855-14B0-FB44-05A594A0E969}"/>
              </a:ext>
            </a:extLst>
          </p:cNvPr>
          <p:cNvSpPr txBox="1"/>
          <p:nvPr/>
        </p:nvSpPr>
        <p:spPr>
          <a:xfrm>
            <a:off x="5443417" y="1050361"/>
            <a:ext cx="1305165" cy="523220"/>
          </a:xfrm>
          <a:prstGeom prst="rect">
            <a:avLst/>
          </a:prstGeom>
          <a:noFill/>
        </p:spPr>
        <p:txBody>
          <a:bodyPr wrap="none" rtlCol="0">
            <a:spAutoFit/>
          </a:bodyPr>
          <a:lstStyle/>
          <a:p>
            <a:pPr algn="ctr"/>
            <a:r>
              <a:rPr lang="en-IN" sz="2800" b="1" dirty="0">
                <a:effectLst/>
                <a:latin typeface="Times New Roman" panose="02020603050405020304" pitchFamily="18" charset="0"/>
                <a:ea typeface="Calibri" panose="020F0502020204030204" pitchFamily="34" charset="0"/>
              </a:rPr>
              <a:t>Output</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A2F2706-39D2-2B91-10B1-E87BF52B7F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4897" y="2300694"/>
            <a:ext cx="3127085" cy="3127085"/>
          </a:xfrm>
          <a:prstGeom prst="rect">
            <a:avLst/>
          </a:prstGeom>
        </p:spPr>
      </p:pic>
      <p:pic>
        <p:nvPicPr>
          <p:cNvPr id="6" name="Picture 5">
            <a:extLst>
              <a:ext uri="{FF2B5EF4-FFF2-40B4-BE49-F238E27FC236}">
                <a16:creationId xmlns:a16="http://schemas.microsoft.com/office/drawing/2014/main" id="{C0AF9FFC-0F24-0176-DADA-C194844F46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8832" y="2300695"/>
            <a:ext cx="3127084" cy="3127084"/>
          </a:xfrm>
          <a:prstGeom prst="rect">
            <a:avLst/>
          </a:prstGeom>
        </p:spPr>
      </p:pic>
      <p:sp>
        <p:nvSpPr>
          <p:cNvPr id="7" name="TextBox 6">
            <a:extLst>
              <a:ext uri="{FF2B5EF4-FFF2-40B4-BE49-F238E27FC236}">
                <a16:creationId xmlns:a16="http://schemas.microsoft.com/office/drawing/2014/main" id="{0E895A21-7244-95FB-8D0E-374B86A299F6}"/>
              </a:ext>
            </a:extLst>
          </p:cNvPr>
          <p:cNvSpPr txBox="1"/>
          <p:nvPr/>
        </p:nvSpPr>
        <p:spPr>
          <a:xfrm>
            <a:off x="1162280" y="1573581"/>
            <a:ext cx="659155" cy="369332"/>
          </a:xfrm>
          <a:prstGeom prst="rect">
            <a:avLst/>
          </a:prstGeom>
          <a:noFill/>
        </p:spPr>
        <p:txBody>
          <a:bodyPr wrap="none" rtlCol="0">
            <a:spAutoFit/>
          </a:bodyPr>
          <a:lstStyle/>
          <a:p>
            <a:r>
              <a:rPr lang="en-GB" b="1" dirty="0">
                <a:latin typeface="Times New Roman" panose="02020603050405020304" pitchFamily="18" charset="0"/>
                <a:cs typeface="Times New Roman" panose="02020603050405020304" pitchFamily="18" charset="0"/>
              </a:rPr>
              <a:t>Mild</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96075D9-3DB6-7D61-E0AB-78AF531DCE17}"/>
              </a:ext>
            </a:extLst>
          </p:cNvPr>
          <p:cNvSpPr txBox="1"/>
          <p:nvPr/>
        </p:nvSpPr>
        <p:spPr>
          <a:xfrm>
            <a:off x="3148070" y="5427779"/>
            <a:ext cx="6097836" cy="369332"/>
          </a:xfrm>
          <a:prstGeom prst="rect">
            <a:avLst/>
          </a:prstGeom>
          <a:noFill/>
        </p:spPr>
        <p:txBody>
          <a:bodyPr wrap="square">
            <a:spAutoFit/>
          </a:bodyPr>
          <a:lstStyle/>
          <a:p>
            <a:r>
              <a:rPr lang="en-IN" sz="1800" dirty="0">
                <a:effectLst/>
                <a:latin typeface="Times New Roman" panose="02020603050405020304" pitchFamily="18" charset="0"/>
                <a:ea typeface="Calibri" panose="020F0502020204030204" pitchFamily="34" charset="0"/>
              </a:rPr>
              <a:t>         Original image                                     Denoised image</a:t>
            </a:r>
            <a:endParaRPr lang="en-IN" dirty="0"/>
          </a:p>
        </p:txBody>
      </p:sp>
    </p:spTree>
    <p:extLst>
      <p:ext uri="{BB962C8B-B14F-4D97-AF65-F5344CB8AC3E}">
        <p14:creationId xmlns:p14="http://schemas.microsoft.com/office/powerpoint/2010/main" val="151740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4429E-429B-CA7E-4622-4C72A4C781BE}"/>
              </a:ext>
            </a:extLst>
          </p:cNvPr>
          <p:cNvSpPr txBox="1"/>
          <p:nvPr/>
        </p:nvSpPr>
        <p:spPr>
          <a:xfrm>
            <a:off x="5443417" y="1050361"/>
            <a:ext cx="1305165" cy="523220"/>
          </a:xfrm>
          <a:prstGeom prst="rect">
            <a:avLst/>
          </a:prstGeom>
          <a:noFill/>
        </p:spPr>
        <p:txBody>
          <a:bodyPr wrap="none" rtlCol="0">
            <a:spAutoFit/>
          </a:bodyPr>
          <a:lstStyle/>
          <a:p>
            <a:pPr algn="ctr"/>
            <a:r>
              <a:rPr lang="en-IN" sz="2800" b="1" dirty="0">
                <a:effectLst/>
                <a:latin typeface="Times New Roman" panose="02020603050405020304" pitchFamily="18" charset="0"/>
                <a:ea typeface="Calibri" panose="020F0502020204030204" pitchFamily="34" charset="0"/>
              </a:rPr>
              <a:t>Output</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AAA9C1B-07E0-BBAF-20BF-3BBFE514904D}"/>
              </a:ext>
            </a:extLst>
          </p:cNvPr>
          <p:cNvSpPr txBox="1"/>
          <p:nvPr/>
        </p:nvSpPr>
        <p:spPr>
          <a:xfrm>
            <a:off x="1162280" y="1573581"/>
            <a:ext cx="1146468" cy="369332"/>
          </a:xfrm>
          <a:prstGeom prst="rect">
            <a:avLst/>
          </a:prstGeom>
          <a:noFill/>
        </p:spPr>
        <p:txBody>
          <a:bodyPr wrap="none" rtlCol="0">
            <a:spAutoFit/>
          </a:bodyPr>
          <a:lstStyle/>
          <a:p>
            <a:r>
              <a:rPr lang="en-GB" b="1" dirty="0">
                <a:latin typeface="Times New Roman" panose="02020603050405020304" pitchFamily="18" charset="0"/>
                <a:cs typeface="Times New Roman" panose="02020603050405020304" pitchFamily="18" charset="0"/>
              </a:rPr>
              <a:t>Moderate</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4511C40-4511-877B-D961-2CEA10980314}"/>
              </a:ext>
            </a:extLst>
          </p:cNvPr>
          <p:cNvSpPr txBox="1"/>
          <p:nvPr/>
        </p:nvSpPr>
        <p:spPr>
          <a:xfrm>
            <a:off x="3148070" y="5427779"/>
            <a:ext cx="6097836" cy="369332"/>
          </a:xfrm>
          <a:prstGeom prst="rect">
            <a:avLst/>
          </a:prstGeom>
          <a:noFill/>
        </p:spPr>
        <p:txBody>
          <a:bodyPr wrap="square">
            <a:spAutoFit/>
          </a:bodyPr>
          <a:lstStyle/>
          <a:p>
            <a:r>
              <a:rPr lang="en-IN" sz="1800" dirty="0">
                <a:effectLst/>
                <a:latin typeface="Times New Roman" panose="02020603050405020304" pitchFamily="18" charset="0"/>
                <a:ea typeface="Calibri" panose="020F0502020204030204" pitchFamily="34" charset="0"/>
              </a:rPr>
              <a:t>         Original image                                     Denoised image</a:t>
            </a:r>
            <a:endParaRPr lang="en-IN" dirty="0"/>
          </a:p>
        </p:txBody>
      </p:sp>
      <p:pic>
        <p:nvPicPr>
          <p:cNvPr id="7" name="Picture 6">
            <a:extLst>
              <a:ext uri="{FF2B5EF4-FFF2-40B4-BE49-F238E27FC236}">
                <a16:creationId xmlns:a16="http://schemas.microsoft.com/office/drawing/2014/main" id="{C1C537CD-4688-AC0F-6A6C-BF8C564BA5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4541" y="2300695"/>
            <a:ext cx="3127084" cy="3127084"/>
          </a:xfrm>
          <a:prstGeom prst="rect">
            <a:avLst/>
          </a:prstGeom>
        </p:spPr>
      </p:pic>
      <p:pic>
        <p:nvPicPr>
          <p:cNvPr id="8" name="Picture 7">
            <a:extLst>
              <a:ext uri="{FF2B5EF4-FFF2-40B4-BE49-F238E27FC236}">
                <a16:creationId xmlns:a16="http://schemas.microsoft.com/office/drawing/2014/main" id="{DA4E8145-9514-E377-17A6-FEFB233220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0376" y="2300695"/>
            <a:ext cx="3127084" cy="3127084"/>
          </a:xfrm>
          <a:prstGeom prst="rect">
            <a:avLst/>
          </a:prstGeom>
        </p:spPr>
      </p:pic>
    </p:spTree>
    <p:extLst>
      <p:ext uri="{BB962C8B-B14F-4D97-AF65-F5344CB8AC3E}">
        <p14:creationId xmlns:p14="http://schemas.microsoft.com/office/powerpoint/2010/main" val="190970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323458-CCB3-2CC7-1A19-B13245221B1B}"/>
              </a:ext>
            </a:extLst>
          </p:cNvPr>
          <p:cNvSpPr txBox="1"/>
          <p:nvPr/>
        </p:nvSpPr>
        <p:spPr>
          <a:xfrm>
            <a:off x="5443417" y="1050361"/>
            <a:ext cx="1305165" cy="523220"/>
          </a:xfrm>
          <a:prstGeom prst="rect">
            <a:avLst/>
          </a:prstGeom>
          <a:noFill/>
        </p:spPr>
        <p:txBody>
          <a:bodyPr wrap="none" rtlCol="0">
            <a:spAutoFit/>
          </a:bodyPr>
          <a:lstStyle/>
          <a:p>
            <a:pPr algn="ctr"/>
            <a:r>
              <a:rPr lang="en-IN" sz="2800" b="1" dirty="0">
                <a:effectLst/>
                <a:latin typeface="Times New Roman" panose="02020603050405020304" pitchFamily="18" charset="0"/>
                <a:ea typeface="Calibri" panose="020F0502020204030204" pitchFamily="34" charset="0"/>
              </a:rPr>
              <a:t>Output</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C082438-A7D6-BB4A-B145-2D397FC6F12F}"/>
              </a:ext>
            </a:extLst>
          </p:cNvPr>
          <p:cNvSpPr txBox="1"/>
          <p:nvPr/>
        </p:nvSpPr>
        <p:spPr>
          <a:xfrm>
            <a:off x="1162280" y="1573581"/>
            <a:ext cx="915635" cy="369332"/>
          </a:xfrm>
          <a:prstGeom prst="rect">
            <a:avLst/>
          </a:prstGeom>
          <a:noFill/>
        </p:spPr>
        <p:txBody>
          <a:bodyPr wrap="none" rtlCol="0">
            <a:spAutoFit/>
          </a:bodyPr>
          <a:lstStyle/>
          <a:p>
            <a:r>
              <a:rPr lang="en-GB" b="1" dirty="0" err="1">
                <a:latin typeface="Times New Roman" panose="02020603050405020304" pitchFamily="18" charset="0"/>
                <a:cs typeface="Times New Roman" panose="02020603050405020304" pitchFamily="18" charset="0"/>
              </a:rPr>
              <a:t>No_DR</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AC3D55B-3836-3955-DE53-7E33C23FADBA}"/>
              </a:ext>
            </a:extLst>
          </p:cNvPr>
          <p:cNvSpPr txBox="1"/>
          <p:nvPr/>
        </p:nvSpPr>
        <p:spPr>
          <a:xfrm>
            <a:off x="3148070" y="5427779"/>
            <a:ext cx="6097836" cy="369332"/>
          </a:xfrm>
          <a:prstGeom prst="rect">
            <a:avLst/>
          </a:prstGeom>
          <a:noFill/>
        </p:spPr>
        <p:txBody>
          <a:bodyPr wrap="square">
            <a:spAutoFit/>
          </a:bodyPr>
          <a:lstStyle/>
          <a:p>
            <a:r>
              <a:rPr lang="en-IN" sz="1800" dirty="0">
                <a:effectLst/>
                <a:latin typeface="Times New Roman" panose="02020603050405020304" pitchFamily="18" charset="0"/>
                <a:ea typeface="Calibri" panose="020F0502020204030204" pitchFamily="34" charset="0"/>
              </a:rPr>
              <a:t>         Original image                                      Denoised image</a:t>
            </a:r>
            <a:endParaRPr lang="en-IN" dirty="0"/>
          </a:p>
        </p:txBody>
      </p:sp>
      <p:pic>
        <p:nvPicPr>
          <p:cNvPr id="7" name="Picture 6">
            <a:extLst>
              <a:ext uri="{FF2B5EF4-FFF2-40B4-BE49-F238E27FC236}">
                <a16:creationId xmlns:a16="http://schemas.microsoft.com/office/drawing/2014/main" id="{B5D4EF39-C983-806E-3BC6-83A78DAEC3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3888" y="2297630"/>
            <a:ext cx="3127084" cy="3127084"/>
          </a:xfrm>
          <a:prstGeom prst="rect">
            <a:avLst/>
          </a:prstGeom>
        </p:spPr>
      </p:pic>
      <p:pic>
        <p:nvPicPr>
          <p:cNvPr id="8" name="Picture 7">
            <a:extLst>
              <a:ext uri="{FF2B5EF4-FFF2-40B4-BE49-F238E27FC236}">
                <a16:creationId xmlns:a16="http://schemas.microsoft.com/office/drawing/2014/main" id="{2DE4D797-1C43-F9E0-1F93-BEBBB568B5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5884" y="2297630"/>
            <a:ext cx="3127084" cy="3127084"/>
          </a:xfrm>
          <a:prstGeom prst="rect">
            <a:avLst/>
          </a:prstGeom>
        </p:spPr>
      </p:pic>
    </p:spTree>
    <p:extLst>
      <p:ext uri="{BB962C8B-B14F-4D97-AF65-F5344CB8AC3E}">
        <p14:creationId xmlns:p14="http://schemas.microsoft.com/office/powerpoint/2010/main" val="3116527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4AC32F2-D6BE-A46D-8F0E-32FF82118FD4}"/>
              </a:ext>
            </a:extLst>
          </p:cNvPr>
          <p:cNvSpPr txBox="1"/>
          <p:nvPr/>
        </p:nvSpPr>
        <p:spPr>
          <a:xfrm>
            <a:off x="5443417" y="1050361"/>
            <a:ext cx="1305165" cy="523220"/>
          </a:xfrm>
          <a:prstGeom prst="rect">
            <a:avLst/>
          </a:prstGeom>
          <a:noFill/>
        </p:spPr>
        <p:txBody>
          <a:bodyPr wrap="none" rtlCol="0">
            <a:spAutoFit/>
          </a:bodyPr>
          <a:lstStyle/>
          <a:p>
            <a:pPr algn="ctr"/>
            <a:r>
              <a:rPr lang="en-IN" sz="2800" b="1" dirty="0">
                <a:effectLst/>
                <a:latin typeface="Times New Roman" panose="02020603050405020304" pitchFamily="18" charset="0"/>
                <a:ea typeface="Calibri" panose="020F0502020204030204" pitchFamily="34" charset="0"/>
              </a:rPr>
              <a:t>Output</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1E34DD2-D386-863A-E01B-50C94AB172F2}"/>
              </a:ext>
            </a:extLst>
          </p:cNvPr>
          <p:cNvSpPr txBox="1"/>
          <p:nvPr/>
        </p:nvSpPr>
        <p:spPr>
          <a:xfrm>
            <a:off x="1162280" y="1573581"/>
            <a:ext cx="1693733" cy="369332"/>
          </a:xfrm>
          <a:prstGeom prst="rect">
            <a:avLst/>
          </a:prstGeom>
          <a:noFill/>
        </p:spPr>
        <p:txBody>
          <a:bodyPr wrap="none" rtlCol="0">
            <a:spAutoFit/>
          </a:bodyPr>
          <a:lstStyle/>
          <a:p>
            <a:r>
              <a:rPr lang="en-GB" b="1" dirty="0" err="1">
                <a:latin typeface="Times New Roman" panose="02020603050405020304" pitchFamily="18" charset="0"/>
                <a:cs typeface="Times New Roman" panose="02020603050405020304" pitchFamily="18" charset="0"/>
              </a:rPr>
              <a:t>Proliferate_DR</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2EE1BFD-870D-615A-FAE8-0665BD2C484B}"/>
              </a:ext>
            </a:extLst>
          </p:cNvPr>
          <p:cNvSpPr txBox="1"/>
          <p:nvPr/>
        </p:nvSpPr>
        <p:spPr>
          <a:xfrm>
            <a:off x="3148070" y="5427779"/>
            <a:ext cx="6097836" cy="369332"/>
          </a:xfrm>
          <a:prstGeom prst="rect">
            <a:avLst/>
          </a:prstGeom>
          <a:noFill/>
        </p:spPr>
        <p:txBody>
          <a:bodyPr wrap="square">
            <a:spAutoFit/>
          </a:bodyPr>
          <a:lstStyle/>
          <a:p>
            <a:r>
              <a:rPr lang="en-IN" sz="1800" dirty="0">
                <a:effectLst/>
                <a:latin typeface="Times New Roman" panose="02020603050405020304" pitchFamily="18" charset="0"/>
                <a:ea typeface="Calibri" panose="020F0502020204030204" pitchFamily="34" charset="0"/>
              </a:rPr>
              <a:t>         Original image                                      Denoised image</a:t>
            </a:r>
            <a:endParaRPr lang="en-IN" dirty="0"/>
          </a:p>
        </p:txBody>
      </p:sp>
      <p:pic>
        <p:nvPicPr>
          <p:cNvPr id="7" name="Picture 6">
            <a:extLst>
              <a:ext uri="{FF2B5EF4-FFF2-40B4-BE49-F238E27FC236}">
                <a16:creationId xmlns:a16="http://schemas.microsoft.com/office/drawing/2014/main" id="{AB00DC57-9840-4BD5-9F46-ABB96D8F8B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4907" y="2297630"/>
            <a:ext cx="3127084" cy="3127084"/>
          </a:xfrm>
          <a:prstGeom prst="rect">
            <a:avLst/>
          </a:prstGeom>
        </p:spPr>
      </p:pic>
      <p:pic>
        <p:nvPicPr>
          <p:cNvPr id="8" name="Picture 7">
            <a:extLst>
              <a:ext uri="{FF2B5EF4-FFF2-40B4-BE49-F238E27FC236}">
                <a16:creationId xmlns:a16="http://schemas.microsoft.com/office/drawing/2014/main" id="{63272111-6AA2-CC79-0244-1579DE5D2B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5199" y="2297630"/>
            <a:ext cx="3127084" cy="3127084"/>
          </a:xfrm>
          <a:prstGeom prst="rect">
            <a:avLst/>
          </a:prstGeom>
        </p:spPr>
      </p:pic>
    </p:spTree>
    <p:extLst>
      <p:ext uri="{BB962C8B-B14F-4D97-AF65-F5344CB8AC3E}">
        <p14:creationId xmlns:p14="http://schemas.microsoft.com/office/powerpoint/2010/main" val="37010256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8515EAC-EFAD-A0EA-F80A-A8D77EBD0C45}"/>
              </a:ext>
            </a:extLst>
          </p:cNvPr>
          <p:cNvSpPr txBox="1"/>
          <p:nvPr/>
        </p:nvSpPr>
        <p:spPr>
          <a:xfrm>
            <a:off x="5443417" y="1050361"/>
            <a:ext cx="1305165" cy="523220"/>
          </a:xfrm>
          <a:prstGeom prst="rect">
            <a:avLst/>
          </a:prstGeom>
          <a:noFill/>
        </p:spPr>
        <p:txBody>
          <a:bodyPr wrap="none" rtlCol="0">
            <a:spAutoFit/>
          </a:bodyPr>
          <a:lstStyle/>
          <a:p>
            <a:pPr algn="ctr"/>
            <a:r>
              <a:rPr lang="en-IN" sz="2800" b="1" dirty="0">
                <a:effectLst/>
                <a:latin typeface="Times New Roman" panose="02020603050405020304" pitchFamily="18" charset="0"/>
                <a:ea typeface="Calibri" panose="020F0502020204030204" pitchFamily="34" charset="0"/>
              </a:rPr>
              <a:t>Output</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7A18774-8F20-6FF7-03C3-09DE67E63E18}"/>
              </a:ext>
            </a:extLst>
          </p:cNvPr>
          <p:cNvSpPr txBox="1"/>
          <p:nvPr/>
        </p:nvSpPr>
        <p:spPr>
          <a:xfrm>
            <a:off x="1162280" y="1573581"/>
            <a:ext cx="834524" cy="369332"/>
          </a:xfrm>
          <a:prstGeom prst="rect">
            <a:avLst/>
          </a:prstGeom>
          <a:noFill/>
        </p:spPr>
        <p:txBody>
          <a:bodyPr wrap="none" rtlCol="0">
            <a:spAutoFit/>
          </a:bodyPr>
          <a:lstStyle/>
          <a:p>
            <a:r>
              <a:rPr lang="en-GB" b="1" dirty="0">
                <a:latin typeface="Times New Roman" panose="02020603050405020304" pitchFamily="18" charset="0"/>
                <a:cs typeface="Times New Roman" panose="02020603050405020304" pitchFamily="18" charset="0"/>
              </a:rPr>
              <a:t>Severe</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3D25E24-E4A6-E0AD-6721-1D96C34ED40A}"/>
              </a:ext>
            </a:extLst>
          </p:cNvPr>
          <p:cNvSpPr txBox="1"/>
          <p:nvPr/>
        </p:nvSpPr>
        <p:spPr>
          <a:xfrm>
            <a:off x="3148070" y="5427779"/>
            <a:ext cx="6097836" cy="369332"/>
          </a:xfrm>
          <a:prstGeom prst="rect">
            <a:avLst/>
          </a:prstGeom>
          <a:noFill/>
        </p:spPr>
        <p:txBody>
          <a:bodyPr wrap="square">
            <a:spAutoFit/>
          </a:bodyPr>
          <a:lstStyle/>
          <a:p>
            <a:r>
              <a:rPr lang="en-IN" sz="1800" dirty="0">
                <a:effectLst/>
                <a:latin typeface="Times New Roman" panose="02020603050405020304" pitchFamily="18" charset="0"/>
                <a:ea typeface="Calibri" panose="020F0502020204030204" pitchFamily="34" charset="0"/>
              </a:rPr>
              <a:t>         Original image                                      Denoised image</a:t>
            </a:r>
            <a:endParaRPr lang="en-IN" dirty="0"/>
          </a:p>
        </p:txBody>
      </p:sp>
      <p:pic>
        <p:nvPicPr>
          <p:cNvPr id="7" name="Picture 6">
            <a:extLst>
              <a:ext uri="{FF2B5EF4-FFF2-40B4-BE49-F238E27FC236}">
                <a16:creationId xmlns:a16="http://schemas.microsoft.com/office/drawing/2014/main" id="{E182EEC8-EC8D-6494-1D7A-AF1B2B26DB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1726" y="2300696"/>
            <a:ext cx="3127083" cy="3127083"/>
          </a:xfrm>
          <a:prstGeom prst="rect">
            <a:avLst/>
          </a:prstGeom>
        </p:spPr>
      </p:pic>
      <p:pic>
        <p:nvPicPr>
          <p:cNvPr id="8" name="Picture 7">
            <a:extLst>
              <a:ext uri="{FF2B5EF4-FFF2-40B4-BE49-F238E27FC236}">
                <a16:creationId xmlns:a16="http://schemas.microsoft.com/office/drawing/2014/main" id="{1796AC66-AA35-F9A7-5084-2E2075690C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3193" y="2300696"/>
            <a:ext cx="3127083" cy="3127083"/>
          </a:xfrm>
          <a:prstGeom prst="rect">
            <a:avLst/>
          </a:prstGeom>
        </p:spPr>
      </p:pic>
    </p:spTree>
    <p:extLst>
      <p:ext uri="{BB962C8B-B14F-4D97-AF65-F5344CB8AC3E}">
        <p14:creationId xmlns:p14="http://schemas.microsoft.com/office/powerpoint/2010/main" val="14487240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D2D5D-FD48-9840-C11B-B806FC0BABB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526A4D6-1054-238D-4BE4-0FE3514871D5}"/>
              </a:ext>
            </a:extLst>
          </p:cNvPr>
          <p:cNvSpPr txBox="1"/>
          <p:nvPr/>
        </p:nvSpPr>
        <p:spPr>
          <a:xfrm>
            <a:off x="4500343" y="1050361"/>
            <a:ext cx="3191323" cy="523220"/>
          </a:xfrm>
          <a:prstGeom prst="rect">
            <a:avLst/>
          </a:prstGeom>
          <a:noFill/>
        </p:spPr>
        <p:txBody>
          <a:bodyPr wrap="none" rtlCol="0">
            <a:spAutoFit/>
          </a:bodyPr>
          <a:lstStyle/>
          <a:p>
            <a:pPr algn="ctr"/>
            <a:r>
              <a:rPr lang="en-IN" sz="2800" b="1" dirty="0">
                <a:effectLst/>
                <a:latin typeface="Times New Roman" panose="02020603050405020304" pitchFamily="18" charset="0"/>
                <a:ea typeface="Calibri" panose="020F0502020204030204" pitchFamily="34" charset="0"/>
              </a:rPr>
              <a:t>Data Augmentation</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64F0453-D402-7791-9322-93B5FF51978E}"/>
              </a:ext>
            </a:extLst>
          </p:cNvPr>
          <p:cNvSpPr txBox="1"/>
          <p:nvPr/>
        </p:nvSpPr>
        <p:spPr>
          <a:xfrm>
            <a:off x="638977" y="1720477"/>
            <a:ext cx="5618603" cy="3628750"/>
          </a:xfrm>
          <a:prstGeom prst="rect">
            <a:avLst/>
          </a:prstGeom>
          <a:noFill/>
        </p:spPr>
        <p:txBody>
          <a:bodyPr wrap="square" rtlCol="0">
            <a:spAutoFit/>
          </a:bodyPr>
          <a:lstStyle/>
          <a:p>
            <a:pPr marL="457200">
              <a:lnSpc>
                <a:spcPct val="107000"/>
              </a:lnSpc>
            </a:pPr>
            <a:r>
              <a:rPr lang="en-GB" sz="1800" kern="100" dirty="0">
                <a:effectLst/>
                <a:latin typeface="Times New Roman" panose="02020603050405020304" pitchFamily="18" charset="0"/>
                <a:ea typeface="Calibri" panose="020F0502020204030204" pitchFamily="34" charset="0"/>
                <a:cs typeface="Gautami" panose="020B0502040204020203" pitchFamily="34" charset="0"/>
              </a:rPr>
              <a:t>This </a:t>
            </a:r>
            <a:r>
              <a:rPr lang="en-GB" sz="1800" kern="100" dirty="0" err="1">
                <a:effectLst/>
                <a:latin typeface="Times New Roman" panose="02020603050405020304" pitchFamily="18" charset="0"/>
                <a:ea typeface="Calibri" panose="020F0502020204030204" pitchFamily="34" charset="0"/>
                <a:cs typeface="Gautami" panose="020B0502040204020203" pitchFamily="34" charset="0"/>
              </a:rPr>
              <a:t>ImageDataGenerator</a:t>
            </a:r>
            <a:r>
              <a:rPr lang="en-GB" sz="1800" kern="100" dirty="0">
                <a:effectLst/>
                <a:latin typeface="Times New Roman" panose="02020603050405020304" pitchFamily="18" charset="0"/>
                <a:ea typeface="Calibri" panose="020F0502020204030204" pitchFamily="34" charset="0"/>
                <a:cs typeface="Gautami" panose="020B0502040204020203" pitchFamily="34" charset="0"/>
              </a:rPr>
              <a:t> applies data augmentation to enhance training diversity. It includes: </a:t>
            </a:r>
          </a:p>
          <a:p>
            <a:pPr marL="742950" indent="-285750">
              <a:lnSpc>
                <a:spcPct val="107000"/>
              </a:lnSpc>
              <a:buFont typeface="Arial" panose="020B0604020202020204" pitchFamily="34" charset="0"/>
              <a:buChar char="•"/>
            </a:pPr>
            <a:r>
              <a:rPr lang="en-GB" sz="1800" b="1" kern="100" dirty="0">
                <a:effectLst/>
                <a:latin typeface="Times New Roman" panose="02020603050405020304" pitchFamily="18" charset="0"/>
                <a:ea typeface="Calibri" panose="020F0502020204030204" pitchFamily="34" charset="0"/>
                <a:cs typeface="Gautami" panose="020B0502040204020203" pitchFamily="34" charset="0"/>
              </a:rPr>
              <a:t>Shear (</a:t>
            </a:r>
            <a:r>
              <a:rPr lang="en-GB" sz="1800" b="1" kern="100" dirty="0" err="1">
                <a:effectLst/>
                <a:latin typeface="Times New Roman" panose="02020603050405020304" pitchFamily="18" charset="0"/>
                <a:ea typeface="Calibri" panose="020F0502020204030204" pitchFamily="34" charset="0"/>
                <a:cs typeface="Gautami" panose="020B0502040204020203" pitchFamily="34" charset="0"/>
              </a:rPr>
              <a:t>shear_range</a:t>
            </a:r>
            <a:r>
              <a:rPr lang="en-GB" sz="1800" b="1" kern="100" dirty="0">
                <a:effectLst/>
                <a:latin typeface="Times New Roman" panose="02020603050405020304" pitchFamily="18" charset="0"/>
                <a:ea typeface="Calibri" panose="020F0502020204030204" pitchFamily="34" charset="0"/>
                <a:cs typeface="Gautami" panose="020B0502040204020203" pitchFamily="34" charset="0"/>
              </a:rPr>
              <a:t>=0.2) </a:t>
            </a:r>
            <a:r>
              <a:rPr lang="en-GB" sz="1800" kern="100" dirty="0">
                <a:effectLst/>
                <a:latin typeface="Times New Roman" panose="02020603050405020304" pitchFamily="18" charset="0"/>
                <a:ea typeface="Calibri" panose="020F0502020204030204" pitchFamily="34" charset="0"/>
                <a:cs typeface="Gautami" panose="020B0502040204020203" pitchFamily="34" charset="0"/>
              </a:rPr>
              <a:t>- Tilts images slightly. </a:t>
            </a:r>
          </a:p>
          <a:p>
            <a:pPr marL="742950" indent="-285750">
              <a:lnSpc>
                <a:spcPct val="107000"/>
              </a:lnSpc>
              <a:buFont typeface="Arial" panose="020B0604020202020204" pitchFamily="34" charset="0"/>
              <a:buChar char="•"/>
            </a:pPr>
            <a:r>
              <a:rPr lang="en-GB" sz="1800" b="1" kern="100" dirty="0">
                <a:effectLst/>
                <a:latin typeface="Times New Roman" panose="02020603050405020304" pitchFamily="18" charset="0"/>
                <a:ea typeface="Calibri" panose="020F0502020204030204" pitchFamily="34" charset="0"/>
                <a:cs typeface="Gautami" panose="020B0502040204020203" pitchFamily="34" charset="0"/>
              </a:rPr>
              <a:t>Zoom (</a:t>
            </a:r>
            <a:r>
              <a:rPr lang="en-GB" sz="1800" b="1" kern="100" dirty="0" err="1">
                <a:effectLst/>
                <a:latin typeface="Times New Roman" panose="02020603050405020304" pitchFamily="18" charset="0"/>
                <a:ea typeface="Calibri" panose="020F0502020204030204" pitchFamily="34" charset="0"/>
                <a:cs typeface="Gautami" panose="020B0502040204020203" pitchFamily="34" charset="0"/>
              </a:rPr>
              <a:t>zoom_range</a:t>
            </a:r>
            <a:r>
              <a:rPr lang="en-GB" sz="1800" b="1" kern="100" dirty="0">
                <a:effectLst/>
                <a:latin typeface="Times New Roman" panose="02020603050405020304" pitchFamily="18" charset="0"/>
                <a:ea typeface="Calibri" panose="020F0502020204030204" pitchFamily="34" charset="0"/>
                <a:cs typeface="Gautami" panose="020B0502040204020203" pitchFamily="34" charset="0"/>
              </a:rPr>
              <a:t>=0.2) </a:t>
            </a:r>
            <a:r>
              <a:rPr lang="en-GB" sz="1800" kern="100" dirty="0">
                <a:effectLst/>
                <a:latin typeface="Times New Roman" panose="02020603050405020304" pitchFamily="18" charset="0"/>
                <a:ea typeface="Calibri" panose="020F0502020204030204" pitchFamily="34" charset="0"/>
                <a:cs typeface="Gautami" panose="020B0502040204020203" pitchFamily="34" charset="0"/>
              </a:rPr>
              <a:t>- Randomly zooms in/out by 20%. </a:t>
            </a:r>
          </a:p>
          <a:p>
            <a:pPr marL="742950" indent="-285750">
              <a:lnSpc>
                <a:spcPct val="107000"/>
              </a:lnSpc>
              <a:buFont typeface="Arial" panose="020B0604020202020204" pitchFamily="34" charset="0"/>
              <a:buChar char="•"/>
            </a:pPr>
            <a:r>
              <a:rPr lang="en-GB" sz="1800" b="1" kern="100" dirty="0">
                <a:effectLst/>
                <a:latin typeface="Times New Roman" panose="02020603050405020304" pitchFamily="18" charset="0"/>
                <a:ea typeface="Calibri" panose="020F0502020204030204" pitchFamily="34" charset="0"/>
                <a:cs typeface="Gautami" panose="020B0502040204020203" pitchFamily="34" charset="0"/>
              </a:rPr>
              <a:t>Flip (</a:t>
            </a:r>
            <a:r>
              <a:rPr lang="en-GB" sz="1800" b="1" kern="100" dirty="0" err="1">
                <a:effectLst/>
                <a:latin typeface="Times New Roman" panose="02020603050405020304" pitchFamily="18" charset="0"/>
                <a:ea typeface="Calibri" panose="020F0502020204030204" pitchFamily="34" charset="0"/>
                <a:cs typeface="Gautami" panose="020B0502040204020203" pitchFamily="34" charset="0"/>
              </a:rPr>
              <a:t>horizontal_flip</a:t>
            </a:r>
            <a:r>
              <a:rPr lang="en-GB" sz="1800" b="1" kern="100" dirty="0">
                <a:effectLst/>
                <a:latin typeface="Times New Roman" panose="02020603050405020304" pitchFamily="18" charset="0"/>
                <a:ea typeface="Calibri" panose="020F0502020204030204" pitchFamily="34" charset="0"/>
                <a:cs typeface="Gautami" panose="020B0502040204020203" pitchFamily="34" charset="0"/>
              </a:rPr>
              <a:t>=True) </a:t>
            </a:r>
            <a:r>
              <a:rPr lang="en-GB" sz="1800" kern="100" dirty="0">
                <a:effectLst/>
                <a:latin typeface="Times New Roman" panose="02020603050405020304" pitchFamily="18" charset="0"/>
                <a:ea typeface="Calibri" panose="020F0502020204030204" pitchFamily="34" charset="0"/>
                <a:cs typeface="Gautami" panose="020B0502040204020203" pitchFamily="34" charset="0"/>
              </a:rPr>
              <a:t>- Flips images horizontally.  </a:t>
            </a:r>
          </a:p>
          <a:p>
            <a:pPr marL="742950" indent="-285750">
              <a:lnSpc>
                <a:spcPct val="107000"/>
              </a:lnSpc>
              <a:buFont typeface="Arial" panose="020B0604020202020204" pitchFamily="34" charset="0"/>
              <a:buChar char="•"/>
            </a:pPr>
            <a:r>
              <a:rPr lang="en-GB" sz="1800" b="1" kern="100" dirty="0">
                <a:effectLst/>
                <a:latin typeface="Times New Roman" panose="02020603050405020304" pitchFamily="18" charset="0"/>
                <a:ea typeface="Calibri" panose="020F0502020204030204" pitchFamily="34" charset="0"/>
                <a:cs typeface="Gautami" panose="020B0502040204020203" pitchFamily="34" charset="0"/>
              </a:rPr>
              <a:t>Rotate (</a:t>
            </a:r>
            <a:r>
              <a:rPr lang="en-GB" sz="1800" b="1" kern="100" dirty="0" err="1">
                <a:effectLst/>
                <a:latin typeface="Times New Roman" panose="02020603050405020304" pitchFamily="18" charset="0"/>
                <a:ea typeface="Calibri" panose="020F0502020204030204" pitchFamily="34" charset="0"/>
                <a:cs typeface="Gautami" panose="020B0502040204020203" pitchFamily="34" charset="0"/>
              </a:rPr>
              <a:t>rotation_range</a:t>
            </a:r>
            <a:r>
              <a:rPr lang="en-GB" sz="1800" b="1" kern="100" dirty="0">
                <a:effectLst/>
                <a:latin typeface="Times New Roman" panose="02020603050405020304" pitchFamily="18" charset="0"/>
                <a:ea typeface="Calibri" panose="020F0502020204030204" pitchFamily="34" charset="0"/>
                <a:cs typeface="Gautami" panose="020B0502040204020203" pitchFamily="34" charset="0"/>
              </a:rPr>
              <a:t>=30) </a:t>
            </a:r>
            <a:r>
              <a:rPr lang="en-GB" sz="1800" kern="100" dirty="0">
                <a:effectLst/>
                <a:latin typeface="Times New Roman" panose="02020603050405020304" pitchFamily="18" charset="0"/>
                <a:ea typeface="Calibri" panose="020F0502020204030204" pitchFamily="34" charset="0"/>
                <a:cs typeface="Gautami" panose="020B0502040204020203" pitchFamily="34" charset="0"/>
              </a:rPr>
              <a:t>- Rotates images up to ±30°.</a:t>
            </a:r>
          </a:p>
          <a:p>
            <a:pPr marL="742950" indent="-285750">
              <a:lnSpc>
                <a:spcPct val="107000"/>
              </a:lnSpc>
              <a:buFont typeface="Arial" panose="020B0604020202020204" pitchFamily="34" charset="0"/>
              <a:buChar char="•"/>
            </a:pPr>
            <a:r>
              <a:rPr lang="en-GB" sz="1800" b="1" kern="100" dirty="0">
                <a:effectLst/>
                <a:latin typeface="Times New Roman" panose="02020603050405020304" pitchFamily="18" charset="0"/>
                <a:ea typeface="Calibri" panose="020F0502020204030204" pitchFamily="34" charset="0"/>
                <a:cs typeface="Gautami" panose="020B0502040204020203" pitchFamily="34" charset="0"/>
              </a:rPr>
              <a:t>Shift (</a:t>
            </a:r>
            <a:r>
              <a:rPr lang="en-GB" sz="1800" b="1" kern="100" dirty="0" err="1">
                <a:effectLst/>
                <a:latin typeface="Times New Roman" panose="02020603050405020304" pitchFamily="18" charset="0"/>
                <a:ea typeface="Calibri" panose="020F0502020204030204" pitchFamily="34" charset="0"/>
                <a:cs typeface="Gautami" panose="020B0502040204020203" pitchFamily="34" charset="0"/>
              </a:rPr>
              <a:t>width_shift_range</a:t>
            </a:r>
            <a:r>
              <a:rPr lang="en-GB" sz="1800" b="1" kern="100" dirty="0">
                <a:effectLst/>
                <a:latin typeface="Times New Roman" panose="02020603050405020304" pitchFamily="18" charset="0"/>
                <a:ea typeface="Calibri" panose="020F0502020204030204" pitchFamily="34" charset="0"/>
                <a:cs typeface="Gautami" panose="020B0502040204020203" pitchFamily="34" charset="0"/>
              </a:rPr>
              <a:t>=0.2, </a:t>
            </a:r>
            <a:r>
              <a:rPr lang="en-GB" sz="1800" b="1" kern="100" dirty="0" err="1">
                <a:effectLst/>
                <a:latin typeface="Times New Roman" panose="02020603050405020304" pitchFamily="18" charset="0"/>
                <a:ea typeface="Calibri" panose="020F0502020204030204" pitchFamily="34" charset="0"/>
                <a:cs typeface="Gautami" panose="020B0502040204020203" pitchFamily="34" charset="0"/>
              </a:rPr>
              <a:t>height_shift_range</a:t>
            </a:r>
            <a:r>
              <a:rPr lang="en-GB" sz="1800" b="1" kern="100" dirty="0">
                <a:effectLst/>
                <a:latin typeface="Times New Roman" panose="02020603050405020304" pitchFamily="18" charset="0"/>
                <a:ea typeface="Calibri" panose="020F0502020204030204" pitchFamily="34" charset="0"/>
                <a:cs typeface="Gautami" panose="020B0502040204020203" pitchFamily="34" charset="0"/>
              </a:rPr>
              <a:t>=0.2) </a:t>
            </a:r>
            <a:r>
              <a:rPr lang="en-GB" sz="1800" kern="100" dirty="0">
                <a:effectLst/>
                <a:latin typeface="Times New Roman" panose="02020603050405020304" pitchFamily="18" charset="0"/>
                <a:ea typeface="Calibri" panose="020F0502020204030204" pitchFamily="34" charset="0"/>
                <a:cs typeface="Gautami" panose="020B0502040204020203" pitchFamily="34" charset="0"/>
              </a:rPr>
              <a:t>- Moves images randomly.</a:t>
            </a:r>
          </a:p>
        </p:txBody>
      </p:sp>
      <p:pic>
        <p:nvPicPr>
          <p:cNvPr id="6" name="Picture 5">
            <a:extLst>
              <a:ext uri="{FF2B5EF4-FFF2-40B4-BE49-F238E27FC236}">
                <a16:creationId xmlns:a16="http://schemas.microsoft.com/office/drawing/2014/main" id="{37E1E6C3-32AD-081D-E108-885072869951}"/>
              </a:ext>
            </a:extLst>
          </p:cNvPr>
          <p:cNvPicPr>
            <a:picLocks noChangeAspect="1"/>
          </p:cNvPicPr>
          <p:nvPr/>
        </p:nvPicPr>
        <p:blipFill>
          <a:blip r:embed="rId2"/>
          <a:srcRect b="17023"/>
          <a:stretch/>
        </p:blipFill>
        <p:spPr>
          <a:xfrm>
            <a:off x="6046693" y="2081453"/>
            <a:ext cx="5506330" cy="2695094"/>
          </a:xfrm>
          <a:prstGeom prst="rect">
            <a:avLst/>
          </a:prstGeom>
        </p:spPr>
      </p:pic>
    </p:spTree>
    <p:extLst>
      <p:ext uri="{BB962C8B-B14F-4D97-AF65-F5344CB8AC3E}">
        <p14:creationId xmlns:p14="http://schemas.microsoft.com/office/powerpoint/2010/main" val="41736017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94A73-7ABF-2A47-296E-C63D6FFA7C5E}"/>
              </a:ext>
            </a:extLst>
          </p:cNvPr>
          <p:cNvSpPr>
            <a:spLocks noGrp="1"/>
          </p:cNvSpPr>
          <p:nvPr>
            <p:ph type="ctrTitle"/>
          </p:nvPr>
        </p:nvSpPr>
        <p:spPr>
          <a:xfrm>
            <a:off x="2303939" y="1101687"/>
            <a:ext cx="7584122" cy="509530"/>
          </a:xfrm>
        </p:spPr>
        <p:txBody>
          <a:bodyPr/>
          <a:lstStyle/>
          <a:p>
            <a:r>
              <a:rPr lang="en-GB" sz="2800" b="1" cap="none" dirty="0">
                <a:latin typeface="Times New Roman" panose="02020603050405020304" pitchFamily="18" charset="0"/>
                <a:cs typeface="Times New Roman" panose="02020603050405020304" pitchFamily="18" charset="0"/>
              </a:rPr>
              <a:t>Resnet-50 Model Architecture</a:t>
            </a:r>
            <a:endParaRPr lang="en-IN" sz="2800" b="1" cap="none"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4D9FDC4-5131-5427-3031-2EC14937CF2B}"/>
              </a:ext>
            </a:extLst>
          </p:cNvPr>
          <p:cNvPicPr>
            <a:picLocks noChangeAspect="1"/>
          </p:cNvPicPr>
          <p:nvPr/>
        </p:nvPicPr>
        <p:blipFill>
          <a:blip r:embed="rId2"/>
          <a:stretch>
            <a:fillRect/>
          </a:stretch>
        </p:blipFill>
        <p:spPr>
          <a:xfrm>
            <a:off x="1637755" y="1863354"/>
            <a:ext cx="8916490" cy="4663850"/>
          </a:xfrm>
          <a:prstGeom prst="rect">
            <a:avLst/>
          </a:prstGeom>
        </p:spPr>
      </p:pic>
    </p:spTree>
    <p:extLst>
      <p:ext uri="{BB962C8B-B14F-4D97-AF65-F5344CB8AC3E}">
        <p14:creationId xmlns:p14="http://schemas.microsoft.com/office/powerpoint/2010/main" val="18268277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9482E-90C7-5E8B-D9E7-85071719AE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3B1D3-06B3-1746-4AC4-2BFA077CD188}"/>
              </a:ext>
            </a:extLst>
          </p:cNvPr>
          <p:cNvSpPr>
            <a:spLocks noGrp="1"/>
          </p:cNvSpPr>
          <p:nvPr>
            <p:ph type="ctrTitle"/>
          </p:nvPr>
        </p:nvSpPr>
        <p:spPr>
          <a:xfrm>
            <a:off x="2365932" y="544285"/>
            <a:ext cx="7460136" cy="947057"/>
          </a:xfrm>
        </p:spPr>
        <p:txBody>
          <a:bodyPr/>
          <a:lstStyle/>
          <a:p>
            <a:r>
              <a:rPr lang="en-GB" sz="2800" b="1" cap="none" dirty="0">
                <a:latin typeface="Times New Roman" panose="02020603050405020304" pitchFamily="18" charset="0"/>
                <a:cs typeface="Times New Roman" panose="02020603050405020304" pitchFamily="18" charset="0"/>
              </a:rPr>
              <a:t>Results</a:t>
            </a:r>
            <a:endParaRPr lang="en-IN" sz="28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C07F394-A735-F963-F2B6-E28A92A8817C}"/>
              </a:ext>
            </a:extLst>
          </p:cNvPr>
          <p:cNvPicPr>
            <a:picLocks noChangeAspect="1"/>
          </p:cNvPicPr>
          <p:nvPr/>
        </p:nvPicPr>
        <p:blipFill>
          <a:blip r:embed="rId2"/>
          <a:stretch>
            <a:fillRect/>
          </a:stretch>
        </p:blipFill>
        <p:spPr>
          <a:xfrm>
            <a:off x="1076335" y="1986643"/>
            <a:ext cx="10039329" cy="4047082"/>
          </a:xfrm>
          <a:prstGeom prst="rect">
            <a:avLst/>
          </a:prstGeom>
          <a:ln>
            <a:solidFill>
              <a:schemeClr val="tx1"/>
            </a:solidFill>
          </a:ln>
        </p:spPr>
      </p:pic>
    </p:spTree>
    <p:extLst>
      <p:ext uri="{BB962C8B-B14F-4D97-AF65-F5344CB8AC3E}">
        <p14:creationId xmlns:p14="http://schemas.microsoft.com/office/powerpoint/2010/main" val="4537599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FA2B9-5EB7-AF8C-D531-DB77502D2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3439E3-3BEF-4285-2665-09D959AD2094}"/>
              </a:ext>
            </a:extLst>
          </p:cNvPr>
          <p:cNvSpPr>
            <a:spLocks noGrp="1"/>
          </p:cNvSpPr>
          <p:nvPr>
            <p:ph type="ctrTitle"/>
          </p:nvPr>
        </p:nvSpPr>
        <p:spPr>
          <a:xfrm>
            <a:off x="2365932" y="544285"/>
            <a:ext cx="7460136" cy="947057"/>
          </a:xfrm>
        </p:spPr>
        <p:txBody>
          <a:bodyPr/>
          <a:lstStyle/>
          <a:p>
            <a:r>
              <a:rPr lang="en-GB" sz="2800" b="1" cap="none" dirty="0">
                <a:latin typeface="Times New Roman" panose="02020603050405020304" pitchFamily="18" charset="0"/>
                <a:cs typeface="Times New Roman" panose="02020603050405020304" pitchFamily="18" charset="0"/>
              </a:rPr>
              <a:t>Results</a:t>
            </a:r>
            <a:endParaRPr lang="en-IN" sz="28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8C0DF71-98FD-7769-EE15-C110B0CE234B}"/>
              </a:ext>
            </a:extLst>
          </p:cNvPr>
          <p:cNvPicPr>
            <a:picLocks noChangeAspect="1"/>
          </p:cNvPicPr>
          <p:nvPr/>
        </p:nvPicPr>
        <p:blipFill>
          <a:blip r:embed="rId2"/>
          <a:stretch>
            <a:fillRect/>
          </a:stretch>
        </p:blipFill>
        <p:spPr>
          <a:xfrm>
            <a:off x="1110505" y="2098574"/>
            <a:ext cx="9970989" cy="4215141"/>
          </a:xfrm>
          <a:prstGeom prst="rect">
            <a:avLst/>
          </a:prstGeom>
          <a:ln>
            <a:solidFill>
              <a:schemeClr val="tx1"/>
            </a:solidFill>
          </a:ln>
        </p:spPr>
      </p:pic>
    </p:spTree>
    <p:extLst>
      <p:ext uri="{BB962C8B-B14F-4D97-AF65-F5344CB8AC3E}">
        <p14:creationId xmlns:p14="http://schemas.microsoft.com/office/powerpoint/2010/main" val="17595430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93796-529F-BBE4-C35F-1D1185511E50}"/>
              </a:ext>
            </a:extLst>
          </p:cNvPr>
          <p:cNvSpPr>
            <a:spLocks noGrp="1"/>
          </p:cNvSpPr>
          <p:nvPr>
            <p:ph type="ctrTitle"/>
          </p:nvPr>
        </p:nvSpPr>
        <p:spPr>
          <a:xfrm>
            <a:off x="2365932" y="544285"/>
            <a:ext cx="7460136" cy="947057"/>
          </a:xfrm>
        </p:spPr>
        <p:txBody>
          <a:bodyPr/>
          <a:lstStyle/>
          <a:p>
            <a:r>
              <a:rPr lang="en-GB" sz="2800" b="1" cap="none" dirty="0">
                <a:latin typeface="Times New Roman" panose="02020603050405020304" pitchFamily="18" charset="0"/>
                <a:cs typeface="Times New Roman" panose="02020603050405020304" pitchFamily="18" charset="0"/>
              </a:rPr>
              <a:t>Results</a:t>
            </a:r>
            <a:endParaRPr lang="en-IN" sz="2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F6EC586-E195-1682-48C6-520FDF7D0ADA}"/>
              </a:ext>
            </a:extLst>
          </p:cNvPr>
          <p:cNvPicPr>
            <a:picLocks noChangeAspect="1"/>
          </p:cNvPicPr>
          <p:nvPr/>
        </p:nvPicPr>
        <p:blipFill>
          <a:blip r:embed="rId2"/>
          <a:srcRect l="1797" t="1400"/>
          <a:stretch/>
        </p:blipFill>
        <p:spPr>
          <a:xfrm>
            <a:off x="736316" y="1491342"/>
            <a:ext cx="5280917" cy="4140485"/>
          </a:xfrm>
          <a:prstGeom prst="rect">
            <a:avLst/>
          </a:prstGeom>
        </p:spPr>
      </p:pic>
      <p:pic>
        <p:nvPicPr>
          <p:cNvPr id="7" name="Picture 6">
            <a:extLst>
              <a:ext uri="{FF2B5EF4-FFF2-40B4-BE49-F238E27FC236}">
                <a16:creationId xmlns:a16="http://schemas.microsoft.com/office/drawing/2014/main" id="{C847C5A7-8DE9-77A2-9112-0C2C8E4F4970}"/>
              </a:ext>
            </a:extLst>
          </p:cNvPr>
          <p:cNvPicPr>
            <a:picLocks noChangeAspect="1"/>
          </p:cNvPicPr>
          <p:nvPr/>
        </p:nvPicPr>
        <p:blipFill>
          <a:blip r:embed="rId3"/>
          <a:stretch>
            <a:fillRect/>
          </a:stretch>
        </p:blipFill>
        <p:spPr>
          <a:xfrm>
            <a:off x="5816777" y="1491343"/>
            <a:ext cx="5638907" cy="4058292"/>
          </a:xfrm>
          <a:prstGeom prst="rect">
            <a:avLst/>
          </a:prstGeom>
        </p:spPr>
      </p:pic>
    </p:spTree>
    <p:extLst>
      <p:ext uri="{BB962C8B-B14F-4D97-AF65-F5344CB8AC3E}">
        <p14:creationId xmlns:p14="http://schemas.microsoft.com/office/powerpoint/2010/main" val="41688009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26F32-DAA9-8EB6-CE94-382E07E3F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03104B-CC72-6DB7-2835-371B6BA162DD}"/>
              </a:ext>
            </a:extLst>
          </p:cNvPr>
          <p:cNvSpPr>
            <a:spLocks noGrp="1"/>
          </p:cNvSpPr>
          <p:nvPr>
            <p:ph type="ctrTitle"/>
          </p:nvPr>
        </p:nvSpPr>
        <p:spPr>
          <a:xfrm>
            <a:off x="2365932" y="544285"/>
            <a:ext cx="7460136" cy="947057"/>
          </a:xfrm>
        </p:spPr>
        <p:txBody>
          <a:bodyPr/>
          <a:lstStyle/>
          <a:p>
            <a:r>
              <a:rPr lang="en-GB" sz="2800" b="1" cap="none" dirty="0">
                <a:latin typeface="Times New Roman" panose="02020603050405020304" pitchFamily="18" charset="0"/>
                <a:cs typeface="Times New Roman" panose="02020603050405020304" pitchFamily="18" charset="0"/>
              </a:rPr>
              <a:t>Predictions</a:t>
            </a:r>
            <a:endParaRPr lang="en-IN" sz="2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6DB329E-0265-F1AE-1300-7FA1DA84BF90}"/>
              </a:ext>
            </a:extLst>
          </p:cNvPr>
          <p:cNvPicPr>
            <a:picLocks noChangeAspect="1"/>
          </p:cNvPicPr>
          <p:nvPr/>
        </p:nvPicPr>
        <p:blipFill>
          <a:blip r:embed="rId2"/>
          <a:stretch>
            <a:fillRect/>
          </a:stretch>
        </p:blipFill>
        <p:spPr>
          <a:xfrm>
            <a:off x="1986707" y="1587808"/>
            <a:ext cx="8218583" cy="3860974"/>
          </a:xfrm>
          <a:prstGeom prst="rect">
            <a:avLst/>
          </a:prstGeom>
        </p:spPr>
      </p:pic>
      <p:pic>
        <p:nvPicPr>
          <p:cNvPr id="7" name="Picture 6">
            <a:extLst>
              <a:ext uri="{FF2B5EF4-FFF2-40B4-BE49-F238E27FC236}">
                <a16:creationId xmlns:a16="http://schemas.microsoft.com/office/drawing/2014/main" id="{B78D0BE9-FF52-078C-0077-FB2E1E5A3FFF}"/>
              </a:ext>
            </a:extLst>
          </p:cNvPr>
          <p:cNvPicPr>
            <a:picLocks noChangeAspect="1"/>
          </p:cNvPicPr>
          <p:nvPr/>
        </p:nvPicPr>
        <p:blipFill>
          <a:blip r:embed="rId3"/>
          <a:stretch>
            <a:fillRect/>
          </a:stretch>
        </p:blipFill>
        <p:spPr>
          <a:xfrm>
            <a:off x="1624385" y="5732535"/>
            <a:ext cx="8943230" cy="898729"/>
          </a:xfrm>
          <a:prstGeom prst="rect">
            <a:avLst/>
          </a:prstGeom>
        </p:spPr>
      </p:pic>
    </p:spTree>
    <p:extLst>
      <p:ext uri="{BB962C8B-B14F-4D97-AF65-F5344CB8AC3E}">
        <p14:creationId xmlns:p14="http://schemas.microsoft.com/office/powerpoint/2010/main" val="17497053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E39FA-84F2-3624-49D6-32B9E0363C56}"/>
              </a:ext>
            </a:extLst>
          </p:cNvPr>
          <p:cNvSpPr>
            <a:spLocks noGrp="1"/>
          </p:cNvSpPr>
          <p:nvPr>
            <p:ph type="title"/>
          </p:nvPr>
        </p:nvSpPr>
        <p:spPr>
          <a:xfrm>
            <a:off x="838200" y="2267712"/>
            <a:ext cx="10515600" cy="2322576"/>
          </a:xfrm>
          <a:noFill/>
        </p:spPr>
        <p:txBody>
          <a:bodyPr bIns="0" anchor="ctr" anchorCtr="0"/>
          <a:lstStyle/>
          <a:p>
            <a:r>
              <a:rPr lang="en-US" dirty="0"/>
              <a:t>Thank you</a:t>
            </a:r>
          </a:p>
        </p:txBody>
      </p:sp>
    </p:spTree>
    <p:extLst>
      <p:ext uri="{BB962C8B-B14F-4D97-AF65-F5344CB8AC3E}">
        <p14:creationId xmlns:p14="http://schemas.microsoft.com/office/powerpoint/2010/main" val="487522735"/>
      </p:ext>
    </p:extLst>
  </p:cSld>
  <p:clrMapOvr>
    <a:masterClrMapping/>
  </p:clrMapOvr>
</p:sld>
</file>

<file path=ppt/theme/theme1.xml><?xml version="1.0" encoding="utf-8"?>
<a:theme xmlns:a="http://schemas.openxmlformats.org/drawingml/2006/main" name="Custom">
  <a:themeElements>
    <a:clrScheme name="Scientific Discovery">
      <a:dk1>
        <a:srgbClr val="000000"/>
      </a:dk1>
      <a:lt1>
        <a:srgbClr val="FFFFFF"/>
      </a:lt1>
      <a:dk2>
        <a:srgbClr val="44546A"/>
      </a:dk2>
      <a:lt2>
        <a:srgbClr val="E7E6E6"/>
      </a:lt2>
      <a:accent1>
        <a:srgbClr val="96D3ED"/>
      </a:accent1>
      <a:accent2>
        <a:srgbClr val="C7DBE1"/>
      </a:accent2>
      <a:accent3>
        <a:srgbClr val="688EBD"/>
      </a:accent3>
      <a:accent4>
        <a:srgbClr val="BCE5DD"/>
      </a:accent4>
      <a:accent5>
        <a:srgbClr val="66DDCC"/>
      </a:accent5>
      <a:accent6>
        <a:srgbClr val="E0CE61"/>
      </a:accent6>
      <a:hlink>
        <a:srgbClr val="0563C1"/>
      </a:hlink>
      <a:folHlink>
        <a:srgbClr val="954F72"/>
      </a:folHlink>
    </a:clrScheme>
    <a:fontScheme name="Custom 36">
      <a:majorFont>
        <a:latin typeface="Posterama"/>
        <a:ea typeface=""/>
        <a:cs typeface=""/>
      </a:majorFont>
      <a:minorFont>
        <a:latin typeface="Daytona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cientific discovery_V1_win32_EF_v3" id="{70008AEC-EDED-4511-BBCB-3094E155874B}" vid="{20F39DC6-8556-4458-8AAA-5D2B51347C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A734A7-6096-47AA-9737-CDF62701A0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81D8D6-8849-400B-8BC9-21D401C7DD0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DF8397A0-8C35-4EEE-8E61-47C914415B5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{44979720-DE87-46D8-A75B-074D6F073516}tf67061901_win32</Template>
  <TotalTime>193</TotalTime>
  <Words>1167</Words>
  <Application>Microsoft Office PowerPoint</Application>
  <PresentationFormat>Widescreen</PresentationFormat>
  <Paragraphs>107</Paragraphs>
  <Slides>29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Courier New</vt:lpstr>
      <vt:lpstr>Daytona Condensed Light</vt:lpstr>
      <vt:lpstr>Posterama</vt:lpstr>
      <vt:lpstr>Times New Roman</vt:lpstr>
      <vt:lpstr>Custom</vt:lpstr>
      <vt:lpstr>Detection of Diabetic Retinopathy using ResNet - 50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Resnet-50 Model Architecture</vt:lpstr>
      <vt:lpstr>Results</vt:lpstr>
      <vt:lpstr>Results</vt:lpstr>
      <vt:lpstr>Results</vt:lpstr>
      <vt:lpstr>Predictions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Swarna Kannambadi</dc:creator>
  <cp:lastModifiedBy>Dhyuthi Cheruvu</cp:lastModifiedBy>
  <cp:revision>25</cp:revision>
  <dcterms:created xsi:type="dcterms:W3CDTF">2025-02-03T22:15:20Z</dcterms:created>
  <dcterms:modified xsi:type="dcterms:W3CDTF">2025-04-27T01:21:36Z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